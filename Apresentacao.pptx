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Anton" charset="1" panose="00000500000000000000"/>
      <p:regular r:id="rId28"/>
    </p:embeddedFont>
    <p:embeddedFont>
      <p:font typeface="Montserrat Bold" charset="1" panose="00000800000000000000"/>
      <p:regular r:id="rId29"/>
    </p:embeddedFont>
    <p:embeddedFont>
      <p:font typeface="Montserrat" charset="1" panose="0000050000000000000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14716"/>
            <a:ext cx="13111953" cy="74350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 SOFTWARE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692392" y="7673588"/>
            <a:ext cx="2740181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GABRIEL NUNES</a:t>
            </a:r>
          </a:p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JOÃO PEDRO</a:t>
            </a:r>
          </a:p>
          <a:p>
            <a:pPr algn="l">
              <a:lnSpc>
                <a:spcPts val="3448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4879" y="185366"/>
            <a:ext cx="6501346" cy="2695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4"/>
              </a:lnSpc>
            </a:pPr>
            <a:r>
              <a:rPr lang="en-US" sz="1356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90363" y="3439049"/>
            <a:ext cx="5587241" cy="1095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sz="2988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sz="2988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62228" y="4723238"/>
            <a:ext cx="7480240" cy="68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sz="360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organizaçãofundamental de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12880" y="5375186"/>
            <a:ext cx="8193281" cy="31975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sz="3605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817208" y="5441956"/>
            <a:ext cx="7785192" cy="2603925"/>
            <a:chOff x="0" y="0"/>
            <a:chExt cx="10380256" cy="347190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380345" cy="3471799"/>
            </a:xfrm>
            <a:custGeom>
              <a:avLst/>
              <a:gdLst/>
              <a:ahLst/>
              <a:cxnLst/>
              <a:rect r="r" b="b" t="t" l="l"/>
              <a:pathLst>
                <a:path h="3471799" w="10380345">
                  <a:moveTo>
                    <a:pt x="511429" y="0"/>
                  </a:moveTo>
                  <a:lnTo>
                    <a:pt x="9868789" y="0"/>
                  </a:lnTo>
                  <a:cubicBezTo>
                    <a:pt x="10004425" y="0"/>
                    <a:pt x="10134473" y="53848"/>
                    <a:pt x="10230485" y="149860"/>
                  </a:cubicBezTo>
                  <a:cubicBezTo>
                    <a:pt x="10326497" y="245872"/>
                    <a:pt x="10380345" y="375920"/>
                    <a:pt x="10380345" y="511556"/>
                  </a:cubicBezTo>
                  <a:lnTo>
                    <a:pt x="10380345" y="2960370"/>
                  </a:lnTo>
                  <a:cubicBezTo>
                    <a:pt x="10380345" y="3242818"/>
                    <a:pt x="10151364" y="3471799"/>
                    <a:pt x="9868916" y="3471799"/>
                  </a:cubicBezTo>
                  <a:lnTo>
                    <a:pt x="511429" y="3471799"/>
                  </a:lnTo>
                  <a:cubicBezTo>
                    <a:pt x="228981" y="3471926"/>
                    <a:pt x="0" y="3242945"/>
                    <a:pt x="0" y="2960370"/>
                  </a:cubicBezTo>
                  <a:lnTo>
                    <a:pt x="0" y="511429"/>
                  </a:lnTo>
                  <a:cubicBezTo>
                    <a:pt x="0" y="228981"/>
                    <a:pt x="228981" y="0"/>
                    <a:pt x="51142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103548" y="1790529"/>
            <a:ext cx="6491173" cy="2159079"/>
            <a:chOff x="0" y="0"/>
            <a:chExt cx="8654898" cy="28787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654924" cy="2878709"/>
            </a:xfrm>
            <a:custGeom>
              <a:avLst/>
              <a:gdLst/>
              <a:ahLst/>
              <a:cxnLst/>
              <a:rect r="r" b="b" t="t" l="l"/>
              <a:pathLst>
                <a:path h="2878709" w="8654924">
                  <a:moveTo>
                    <a:pt x="511429" y="0"/>
                  </a:moveTo>
                  <a:lnTo>
                    <a:pt x="8143367" y="0"/>
                  </a:lnTo>
                  <a:cubicBezTo>
                    <a:pt x="8279003" y="0"/>
                    <a:pt x="8409051" y="53848"/>
                    <a:pt x="8505063" y="149860"/>
                  </a:cubicBezTo>
                  <a:cubicBezTo>
                    <a:pt x="8601075" y="245872"/>
                    <a:pt x="8654924" y="375920"/>
                    <a:pt x="8654924" y="511556"/>
                  </a:cubicBezTo>
                  <a:lnTo>
                    <a:pt x="8654924" y="2367280"/>
                  </a:lnTo>
                  <a:cubicBezTo>
                    <a:pt x="8654924" y="2649728"/>
                    <a:pt x="8425942" y="2878709"/>
                    <a:pt x="8143494" y="2878709"/>
                  </a:cubicBezTo>
                  <a:lnTo>
                    <a:pt x="511429" y="2878709"/>
                  </a:lnTo>
                  <a:cubicBezTo>
                    <a:pt x="375793" y="2878709"/>
                    <a:pt x="245745" y="2824861"/>
                    <a:pt x="149733" y="2728849"/>
                  </a:cubicBezTo>
                  <a:cubicBezTo>
                    <a:pt x="53721" y="2632837"/>
                    <a:pt x="0" y="2502916"/>
                    <a:pt x="0" y="2367280"/>
                  </a:cubicBezTo>
                  <a:lnTo>
                    <a:pt x="0" y="511429"/>
                  </a:lnTo>
                  <a:cubicBezTo>
                    <a:pt x="0" y="375793"/>
                    <a:pt x="53848" y="245745"/>
                    <a:pt x="149860" y="149860"/>
                  </a:cubicBezTo>
                  <a:cubicBezTo>
                    <a:pt x="245872" y="53975"/>
                    <a:pt x="375793" y="0"/>
                    <a:pt x="51142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070344" y="1965208"/>
            <a:ext cx="6341126" cy="173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conceito de Arquitetura de Software surgiu nos anos 60 (com Dijkstra), mas se tornou popular nos anos 90.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70344" y="5624751"/>
            <a:ext cx="7278986" cy="2162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1" t="0" r="-81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214065"/>
            <a:ext cx="14193155" cy="3131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92213" y="3455499"/>
            <a:ext cx="14302349" cy="6063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1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 arquitetura de software tem como principal objetivo definir 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4091083"/>
            <a:ext cx="13889069" cy="1203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1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 um sistema e, a partir disso, assegurar que ele maximize indicadores de: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451" y="5970337"/>
            <a:ext cx="5570953" cy="2991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5" r="0" b="-45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943604"/>
            <a:ext cx="12791532" cy="2694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sz="3116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07238"/>
            <a:ext cx="15030679" cy="859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0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7105921"/>
            <a:ext cx="15030679" cy="393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0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usuários estão mais interessados no que o sistema faz e em como utilizá-lo.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38480"/>
            <a:ext cx="15030679" cy="8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0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designers e programadores responsáveis pela construção do sistema possuem outras preocupações, como verificar se determinado algoritmo atende aos requisitos do sistema.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438" y="766762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69" r="0" b="-10769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94577" y="5229558"/>
            <a:ext cx="5737919" cy="1853347"/>
            <a:chOff x="0" y="0"/>
            <a:chExt cx="7366512" cy="237938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366499" cy="2379446"/>
            </a:xfrm>
            <a:custGeom>
              <a:avLst/>
              <a:gdLst/>
              <a:ahLst/>
              <a:cxnLst/>
              <a:rect r="r" b="b" t="t" l="l"/>
              <a:pathLst>
                <a:path h="2379446" w="7366499">
                  <a:moveTo>
                    <a:pt x="393153" y="0"/>
                  </a:moveTo>
                  <a:lnTo>
                    <a:pt x="6973346" y="0"/>
                  </a:lnTo>
                  <a:cubicBezTo>
                    <a:pt x="7190498" y="0"/>
                    <a:pt x="7366499" y="197920"/>
                    <a:pt x="7366499" y="442114"/>
                  </a:cubicBezTo>
                  <a:lnTo>
                    <a:pt x="7366499" y="1937343"/>
                  </a:lnTo>
                  <a:cubicBezTo>
                    <a:pt x="7366499" y="2054650"/>
                    <a:pt x="7325088" y="2167094"/>
                    <a:pt x="7251305" y="2249917"/>
                  </a:cubicBezTo>
                  <a:cubicBezTo>
                    <a:pt x="7177524" y="2332740"/>
                    <a:pt x="7077532" y="2379446"/>
                    <a:pt x="6973346" y="2379446"/>
                  </a:cubicBezTo>
                  <a:lnTo>
                    <a:pt x="393153" y="2379446"/>
                  </a:lnTo>
                  <a:cubicBezTo>
                    <a:pt x="176001" y="2379446"/>
                    <a:pt x="0" y="2181537"/>
                    <a:pt x="0" y="1937343"/>
                  </a:cubicBezTo>
                  <a:lnTo>
                    <a:pt x="0" y="442114"/>
                  </a:lnTo>
                  <a:cubicBezTo>
                    <a:pt x="0" y="197920"/>
                    <a:pt x="176001" y="0"/>
                    <a:pt x="39315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58861" y="7719231"/>
            <a:ext cx="6910740" cy="1752390"/>
            <a:chOff x="0" y="0"/>
            <a:chExt cx="9214320" cy="233652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14231" cy="2336419"/>
            </a:xfrm>
            <a:custGeom>
              <a:avLst/>
              <a:gdLst/>
              <a:ahLst/>
              <a:cxnLst/>
              <a:rect r="r" b="b" t="t" l="l"/>
              <a:pathLst>
                <a:path h="2336419" w="9214231">
                  <a:moveTo>
                    <a:pt x="376936" y="0"/>
                  </a:moveTo>
                  <a:lnTo>
                    <a:pt x="8837295" y="0"/>
                  </a:lnTo>
                  <a:cubicBezTo>
                    <a:pt x="9045448" y="0"/>
                    <a:pt x="9214231" y="168783"/>
                    <a:pt x="9214231" y="376936"/>
                  </a:cubicBezTo>
                  <a:lnTo>
                    <a:pt x="9214231" y="1959483"/>
                  </a:lnTo>
                  <a:cubicBezTo>
                    <a:pt x="9214231" y="2059432"/>
                    <a:pt x="9174480" y="2155317"/>
                    <a:pt x="9103868" y="2226056"/>
                  </a:cubicBezTo>
                  <a:cubicBezTo>
                    <a:pt x="9033256" y="2296795"/>
                    <a:pt x="8937244" y="2336419"/>
                    <a:pt x="8837295" y="2336419"/>
                  </a:cubicBezTo>
                  <a:lnTo>
                    <a:pt x="376936" y="2336419"/>
                  </a:lnTo>
                  <a:cubicBezTo>
                    <a:pt x="276987" y="2336419"/>
                    <a:pt x="181102" y="2296668"/>
                    <a:pt x="110363" y="2226056"/>
                  </a:cubicBezTo>
                  <a:cubicBezTo>
                    <a:pt x="39624" y="2155444"/>
                    <a:pt x="0" y="2059559"/>
                    <a:pt x="0" y="1959483"/>
                  </a:cubicBezTo>
                  <a:lnTo>
                    <a:pt x="0" y="376936"/>
                  </a:lnTo>
                  <a:cubicBezTo>
                    <a:pt x="0" y="276987"/>
                    <a:pt x="39751" y="181102"/>
                    <a:pt x="110363" y="110363"/>
                  </a:cubicBezTo>
                  <a:cubicBezTo>
                    <a:pt x="180975" y="39624"/>
                    <a:pt x="276987" y="0"/>
                    <a:pt x="37693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503031" y="5101904"/>
            <a:ext cx="5300996" cy="2038521"/>
            <a:chOff x="0" y="0"/>
            <a:chExt cx="7067994" cy="27180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067931" cy="2717927"/>
            </a:xfrm>
            <a:custGeom>
              <a:avLst/>
              <a:gdLst/>
              <a:ahLst/>
              <a:cxnLst/>
              <a:rect r="r" b="b" t="t" l="l"/>
              <a:pathLst>
                <a:path h="2717927" w="7067931">
                  <a:moveTo>
                    <a:pt x="418592" y="0"/>
                  </a:moveTo>
                  <a:lnTo>
                    <a:pt x="6649466" y="0"/>
                  </a:lnTo>
                  <a:cubicBezTo>
                    <a:pt x="6760464" y="0"/>
                    <a:pt x="6866890" y="44069"/>
                    <a:pt x="6945376" y="122555"/>
                  </a:cubicBezTo>
                  <a:cubicBezTo>
                    <a:pt x="7023862" y="201041"/>
                    <a:pt x="7067931" y="307467"/>
                    <a:pt x="7067931" y="418465"/>
                  </a:cubicBezTo>
                  <a:lnTo>
                    <a:pt x="7067931" y="2299335"/>
                  </a:lnTo>
                  <a:cubicBezTo>
                    <a:pt x="7067931" y="2530475"/>
                    <a:pt x="6880479" y="2717927"/>
                    <a:pt x="6649339" y="2717927"/>
                  </a:cubicBezTo>
                  <a:lnTo>
                    <a:pt x="418592" y="2717927"/>
                  </a:lnTo>
                  <a:cubicBezTo>
                    <a:pt x="187452" y="2718054"/>
                    <a:pt x="0" y="2530602"/>
                    <a:pt x="0" y="2299462"/>
                  </a:cubicBezTo>
                  <a:lnTo>
                    <a:pt x="0" y="418592"/>
                  </a:lnTo>
                  <a:cubicBezTo>
                    <a:pt x="0" y="187452"/>
                    <a:pt x="187452" y="0"/>
                    <a:pt x="41859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8166" y="3060592"/>
            <a:ext cx="4384605" cy="6121184"/>
            <a:chOff x="0" y="0"/>
            <a:chExt cx="5846140" cy="816157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846191" cy="8161528"/>
            </a:xfrm>
            <a:custGeom>
              <a:avLst/>
              <a:gdLst/>
              <a:ahLst/>
              <a:cxnLst/>
              <a:rect r="r" b="b" t="t" l="l"/>
              <a:pathLst>
                <a:path h="8161528" w="5846191">
                  <a:moveTo>
                    <a:pt x="0" y="0"/>
                  </a:moveTo>
                  <a:lnTo>
                    <a:pt x="5846191" y="0"/>
                  </a:lnTo>
                  <a:lnTo>
                    <a:pt x="5846191" y="8161528"/>
                  </a:lnTo>
                  <a:lnTo>
                    <a:pt x="0" y="8161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9865" t="0" r="-79864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98166" y="-107937"/>
            <a:ext cx="7255459" cy="2114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 spc="8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707438" y="5511051"/>
            <a:ext cx="4869982" cy="12522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6"/>
              </a:lnSpc>
            </a:pPr>
            <a:r>
              <a:rPr lang="en-US" sz="2425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Facilidade de gerenciamento</a:t>
            </a:r>
          </a:p>
          <a:p>
            <a:pPr algn="l">
              <a:lnSpc>
                <a:spcPts val="3396"/>
              </a:lnSpc>
            </a:pPr>
          </a:p>
          <a:p>
            <a:pPr algn="l">
              <a:lnSpc>
                <a:spcPts val="3396"/>
              </a:lnSpc>
            </a:pPr>
            <a:r>
              <a:rPr lang="en-US" sz="2425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Simples de implementar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71836" y="5216300"/>
            <a:ext cx="4763433" cy="173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flexibilidade</a:t>
            </a:r>
          </a:p>
          <a:p>
            <a:pPr algn="l">
              <a:lnSpc>
                <a:spcPts val="3448"/>
              </a:lnSpc>
            </a:pPr>
          </a:p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Dificuldade em escalar ou modificar partes específicas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0623" y="7904531"/>
            <a:ext cx="6676301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“God-Class”, ou “Classe-Deus”, conceito que representa o código todo em um único arquivo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51712" y="2156736"/>
            <a:ext cx="7325201" cy="2436495"/>
            <a:chOff x="0" y="0"/>
            <a:chExt cx="9766935" cy="32486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766935" cy="3248660"/>
            </a:xfrm>
            <a:custGeom>
              <a:avLst/>
              <a:gdLst/>
              <a:ahLst/>
              <a:cxnLst/>
              <a:rect r="r" b="b" t="t" l="l"/>
              <a:pathLst>
                <a:path h="3248660" w="9766935">
                  <a:moveTo>
                    <a:pt x="511429" y="0"/>
                  </a:moveTo>
                  <a:lnTo>
                    <a:pt x="9255379" y="0"/>
                  </a:lnTo>
                  <a:cubicBezTo>
                    <a:pt x="9391015" y="0"/>
                    <a:pt x="9521063" y="53848"/>
                    <a:pt x="9617075" y="149860"/>
                  </a:cubicBezTo>
                  <a:cubicBezTo>
                    <a:pt x="9713087" y="245872"/>
                    <a:pt x="9766935" y="375920"/>
                    <a:pt x="9766935" y="511556"/>
                  </a:cubicBezTo>
                  <a:lnTo>
                    <a:pt x="9766935" y="2737231"/>
                  </a:lnTo>
                  <a:cubicBezTo>
                    <a:pt x="9766935" y="3019679"/>
                    <a:pt x="9537954" y="3248660"/>
                    <a:pt x="9255506" y="3248660"/>
                  </a:cubicBezTo>
                  <a:lnTo>
                    <a:pt x="511429" y="3248660"/>
                  </a:lnTo>
                  <a:cubicBezTo>
                    <a:pt x="375793" y="3248660"/>
                    <a:pt x="245745" y="3194812"/>
                    <a:pt x="149733" y="3098800"/>
                  </a:cubicBezTo>
                  <a:cubicBezTo>
                    <a:pt x="53721" y="3002788"/>
                    <a:pt x="0" y="2872867"/>
                    <a:pt x="0" y="2737231"/>
                  </a:cubicBezTo>
                  <a:lnTo>
                    <a:pt x="0" y="511429"/>
                  </a:lnTo>
                  <a:cubicBezTo>
                    <a:pt x="0" y="375793"/>
                    <a:pt x="53848" y="245745"/>
                    <a:pt x="149860" y="149860"/>
                  </a:cubicBezTo>
                  <a:cubicBezTo>
                    <a:pt x="245872" y="53975"/>
                    <a:pt x="375793" y="0"/>
                    <a:pt x="51142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6283957" y="2470128"/>
            <a:ext cx="7060768" cy="173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32381" y="2797235"/>
            <a:ext cx="7577528" cy="6461065"/>
            <a:chOff x="0" y="0"/>
            <a:chExt cx="10103371" cy="86147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103358" cy="8614791"/>
            </a:xfrm>
            <a:custGeom>
              <a:avLst/>
              <a:gdLst/>
              <a:ahLst/>
              <a:cxnLst/>
              <a:rect r="r" b="b" t="t" l="l"/>
              <a:pathLst>
                <a:path h="8614791" w="10103358">
                  <a:moveTo>
                    <a:pt x="0" y="0"/>
                  </a:moveTo>
                  <a:lnTo>
                    <a:pt x="10103358" y="0"/>
                  </a:lnTo>
                  <a:lnTo>
                    <a:pt x="10103358" y="8614791"/>
                  </a:lnTo>
                  <a:lnTo>
                    <a:pt x="0" y="8614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9317" t="0" r="-29317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7968425" y="2290458"/>
            <a:ext cx="5952001" cy="1329080"/>
            <a:chOff x="0" y="0"/>
            <a:chExt cx="7936001" cy="177210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935976" cy="1772158"/>
            </a:xfrm>
            <a:custGeom>
              <a:avLst/>
              <a:gdLst/>
              <a:ahLst/>
              <a:cxnLst/>
              <a:rect r="r" b="b" t="t" l="l"/>
              <a:pathLst>
                <a:path h="1772158" w="7935976">
                  <a:moveTo>
                    <a:pt x="324866" y="0"/>
                  </a:moveTo>
                  <a:lnTo>
                    <a:pt x="7611110" y="0"/>
                  </a:lnTo>
                  <a:cubicBezTo>
                    <a:pt x="7790561" y="0"/>
                    <a:pt x="7935976" y="145415"/>
                    <a:pt x="7935976" y="324866"/>
                  </a:cubicBezTo>
                  <a:lnTo>
                    <a:pt x="7935976" y="1447292"/>
                  </a:lnTo>
                  <a:cubicBezTo>
                    <a:pt x="7935976" y="1533398"/>
                    <a:pt x="7901813" y="1616075"/>
                    <a:pt x="7840853" y="1677035"/>
                  </a:cubicBezTo>
                  <a:cubicBezTo>
                    <a:pt x="7779893" y="1737995"/>
                    <a:pt x="7697343" y="1772158"/>
                    <a:pt x="7611110" y="1772158"/>
                  </a:cubicBezTo>
                  <a:lnTo>
                    <a:pt x="324866" y="1772158"/>
                  </a:lnTo>
                  <a:cubicBezTo>
                    <a:pt x="145415" y="1772158"/>
                    <a:pt x="0" y="1626616"/>
                    <a:pt x="0" y="1447292"/>
                  </a:cubicBezTo>
                  <a:lnTo>
                    <a:pt x="0" y="324866"/>
                  </a:lnTo>
                  <a:cubicBezTo>
                    <a:pt x="0" y="145415"/>
                    <a:pt x="145415" y="0"/>
                    <a:pt x="32486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0854828" y="3850574"/>
            <a:ext cx="6131195" cy="1555699"/>
            <a:chOff x="0" y="0"/>
            <a:chExt cx="8174927" cy="207426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74990" cy="2074291"/>
            </a:xfrm>
            <a:custGeom>
              <a:avLst/>
              <a:gdLst/>
              <a:ahLst/>
              <a:cxnLst/>
              <a:rect r="r" b="b" t="t" l="l"/>
              <a:pathLst>
                <a:path h="2074291" w="8174990">
                  <a:moveTo>
                    <a:pt x="324866" y="0"/>
                  </a:moveTo>
                  <a:lnTo>
                    <a:pt x="7850124" y="0"/>
                  </a:lnTo>
                  <a:cubicBezTo>
                    <a:pt x="8029575" y="0"/>
                    <a:pt x="8174990" y="145415"/>
                    <a:pt x="8174990" y="324866"/>
                  </a:cubicBezTo>
                  <a:lnTo>
                    <a:pt x="8174990" y="1749425"/>
                  </a:lnTo>
                  <a:cubicBezTo>
                    <a:pt x="8174990" y="1835531"/>
                    <a:pt x="8140827" y="1918208"/>
                    <a:pt x="8079867" y="1979168"/>
                  </a:cubicBezTo>
                  <a:cubicBezTo>
                    <a:pt x="8018907" y="2040128"/>
                    <a:pt x="7936357" y="2074291"/>
                    <a:pt x="7850124" y="2074291"/>
                  </a:cubicBezTo>
                  <a:lnTo>
                    <a:pt x="324866" y="2074291"/>
                  </a:lnTo>
                  <a:cubicBezTo>
                    <a:pt x="238760" y="2074291"/>
                    <a:pt x="156083" y="2040128"/>
                    <a:pt x="95123" y="1979168"/>
                  </a:cubicBezTo>
                  <a:cubicBezTo>
                    <a:pt x="34163" y="1918208"/>
                    <a:pt x="0" y="1835531"/>
                    <a:pt x="0" y="1749425"/>
                  </a:cubicBezTo>
                  <a:lnTo>
                    <a:pt x="0" y="324866"/>
                  </a:lnTo>
                  <a:cubicBezTo>
                    <a:pt x="0" y="238633"/>
                    <a:pt x="34163" y="156083"/>
                    <a:pt x="95123" y="95123"/>
                  </a:cubicBezTo>
                  <a:cubicBezTo>
                    <a:pt x="156083" y="34163"/>
                    <a:pt x="238633" y="0"/>
                    <a:pt x="32486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68425" y="5787273"/>
            <a:ext cx="6581261" cy="2008880"/>
            <a:chOff x="0" y="0"/>
            <a:chExt cx="8775014" cy="26785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774938" cy="2678430"/>
            </a:xfrm>
            <a:custGeom>
              <a:avLst/>
              <a:gdLst/>
              <a:ahLst/>
              <a:cxnLst/>
              <a:rect r="r" b="b" t="t" l="l"/>
              <a:pathLst>
                <a:path h="2678430" w="8774938">
                  <a:moveTo>
                    <a:pt x="307594" y="0"/>
                  </a:moveTo>
                  <a:lnTo>
                    <a:pt x="8467344" y="0"/>
                  </a:lnTo>
                  <a:cubicBezTo>
                    <a:pt x="8548878" y="0"/>
                    <a:pt x="8627237" y="32385"/>
                    <a:pt x="8684895" y="90043"/>
                  </a:cubicBezTo>
                  <a:cubicBezTo>
                    <a:pt x="8742553" y="147701"/>
                    <a:pt x="8774938" y="225933"/>
                    <a:pt x="8774938" y="307594"/>
                  </a:cubicBezTo>
                  <a:lnTo>
                    <a:pt x="8774938" y="2370836"/>
                  </a:lnTo>
                  <a:cubicBezTo>
                    <a:pt x="8774938" y="2452370"/>
                    <a:pt x="8742553" y="2530729"/>
                    <a:pt x="8684895" y="2588387"/>
                  </a:cubicBezTo>
                  <a:cubicBezTo>
                    <a:pt x="8627237" y="2646045"/>
                    <a:pt x="8549005" y="2678430"/>
                    <a:pt x="8467344" y="2678430"/>
                  </a:cubicBezTo>
                  <a:lnTo>
                    <a:pt x="307594" y="2678430"/>
                  </a:lnTo>
                  <a:cubicBezTo>
                    <a:pt x="226060" y="2678430"/>
                    <a:pt x="147701" y="2646045"/>
                    <a:pt x="90043" y="2588387"/>
                  </a:cubicBezTo>
                  <a:cubicBezTo>
                    <a:pt x="32385" y="2530729"/>
                    <a:pt x="0" y="2452497"/>
                    <a:pt x="0" y="2370836"/>
                  </a:cubicBezTo>
                  <a:lnTo>
                    <a:pt x="0" y="307594"/>
                  </a:lnTo>
                  <a:cubicBezTo>
                    <a:pt x="0" y="226060"/>
                    <a:pt x="32385" y="147828"/>
                    <a:pt x="90043" y="90043"/>
                  </a:cubicBezTo>
                  <a:cubicBezTo>
                    <a:pt x="147701" y="32258"/>
                    <a:pt x="226060" y="0"/>
                    <a:pt x="30759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259055" y="8177153"/>
            <a:ext cx="5808221" cy="1499864"/>
            <a:chOff x="0" y="0"/>
            <a:chExt cx="7744295" cy="199981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744333" cy="1999869"/>
            </a:xfrm>
            <a:custGeom>
              <a:avLst/>
              <a:gdLst/>
              <a:ahLst/>
              <a:cxnLst/>
              <a:rect r="r" b="b" t="t" l="l"/>
              <a:pathLst>
                <a:path h="1999869" w="7744333">
                  <a:moveTo>
                    <a:pt x="372999" y="0"/>
                  </a:moveTo>
                  <a:lnTo>
                    <a:pt x="7371334" y="0"/>
                  </a:lnTo>
                  <a:cubicBezTo>
                    <a:pt x="7470267" y="0"/>
                    <a:pt x="7565136" y="39243"/>
                    <a:pt x="7635113" y="109220"/>
                  </a:cubicBezTo>
                  <a:cubicBezTo>
                    <a:pt x="7705090" y="179197"/>
                    <a:pt x="7744333" y="274066"/>
                    <a:pt x="7744333" y="372999"/>
                  </a:cubicBezTo>
                  <a:lnTo>
                    <a:pt x="7744333" y="1626870"/>
                  </a:lnTo>
                  <a:cubicBezTo>
                    <a:pt x="7744333" y="1832864"/>
                    <a:pt x="7577328" y="1999869"/>
                    <a:pt x="7371334" y="1999869"/>
                  </a:cubicBezTo>
                  <a:lnTo>
                    <a:pt x="372999" y="1999869"/>
                  </a:lnTo>
                  <a:cubicBezTo>
                    <a:pt x="274066" y="1999869"/>
                    <a:pt x="179197" y="1960626"/>
                    <a:pt x="109220" y="1890649"/>
                  </a:cubicBezTo>
                  <a:cubicBezTo>
                    <a:pt x="39243" y="1820672"/>
                    <a:pt x="0" y="1725803"/>
                    <a:pt x="0" y="1626870"/>
                  </a:cubicBezTo>
                  <a:lnTo>
                    <a:pt x="0" y="372999"/>
                  </a:lnTo>
                  <a:cubicBezTo>
                    <a:pt x="0" y="274066"/>
                    <a:pt x="39243" y="179197"/>
                    <a:pt x="109220" y="109220"/>
                  </a:cubicBezTo>
                  <a:cubicBezTo>
                    <a:pt x="179197" y="39243"/>
                    <a:pt x="274066" y="0"/>
                    <a:pt x="37299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580044" y="-107937"/>
            <a:ext cx="10092880" cy="2114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 spc="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003256" y="3940985"/>
            <a:ext cx="5834386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Segmenta o sistema em serviços independentes que se comunicam entre si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099984" y="2457117"/>
            <a:ext cx="5688930" cy="87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Ideal para sistemas que precisam evoluir rapidamente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118815" y="5890848"/>
            <a:ext cx="6430928" cy="173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Permite uma escalabilidade granular (Cada serviço poder ser desenvolvido, implementado e escalado de forma independente)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409445" y="8207681"/>
            <a:ext cx="5507498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Extremamente útil em grandes sistemas de streaming online ou plataformas de CRM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35400" y="2813533"/>
            <a:ext cx="5103828" cy="1280827"/>
            <a:chOff x="0" y="0"/>
            <a:chExt cx="6805104" cy="170776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805168" cy="1707769"/>
            </a:xfrm>
            <a:custGeom>
              <a:avLst/>
              <a:gdLst/>
              <a:ahLst/>
              <a:cxnLst/>
              <a:rect r="r" b="b" t="t" l="l"/>
              <a:pathLst>
                <a:path h="1707769" w="6805168">
                  <a:moveTo>
                    <a:pt x="261747" y="0"/>
                  </a:moveTo>
                  <a:lnTo>
                    <a:pt x="6543421" y="0"/>
                  </a:lnTo>
                  <a:cubicBezTo>
                    <a:pt x="6687947" y="0"/>
                    <a:pt x="6805168" y="117221"/>
                    <a:pt x="6805168" y="261747"/>
                  </a:cubicBezTo>
                  <a:lnTo>
                    <a:pt x="6805168" y="1446022"/>
                  </a:lnTo>
                  <a:cubicBezTo>
                    <a:pt x="6805168" y="1590548"/>
                    <a:pt x="6687947" y="1707769"/>
                    <a:pt x="6543421" y="1707769"/>
                  </a:cubicBezTo>
                  <a:lnTo>
                    <a:pt x="261747" y="1707769"/>
                  </a:lnTo>
                  <a:cubicBezTo>
                    <a:pt x="192278" y="1707769"/>
                    <a:pt x="125730" y="1680210"/>
                    <a:pt x="76708" y="1631061"/>
                  </a:cubicBezTo>
                  <a:cubicBezTo>
                    <a:pt x="27686" y="1581912"/>
                    <a:pt x="0" y="1515491"/>
                    <a:pt x="0" y="1446022"/>
                  </a:cubicBezTo>
                  <a:lnTo>
                    <a:pt x="0" y="261747"/>
                  </a:lnTo>
                  <a:cubicBezTo>
                    <a:pt x="0" y="117221"/>
                    <a:pt x="117221" y="0"/>
                    <a:pt x="2617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505" y="1902047"/>
            <a:ext cx="4708312" cy="727996"/>
            <a:chOff x="0" y="0"/>
            <a:chExt cx="6277750" cy="97066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277737" cy="970661"/>
            </a:xfrm>
            <a:custGeom>
              <a:avLst/>
              <a:gdLst/>
              <a:ahLst/>
              <a:cxnLst/>
              <a:rect r="r" b="b" t="t" l="l"/>
              <a:pathLst>
                <a:path h="970661" w="6277737">
                  <a:moveTo>
                    <a:pt x="301498" y="0"/>
                  </a:moveTo>
                  <a:lnTo>
                    <a:pt x="5976239" y="0"/>
                  </a:lnTo>
                  <a:cubicBezTo>
                    <a:pt x="6142736" y="0"/>
                    <a:pt x="6277737" y="135001"/>
                    <a:pt x="6277737" y="301498"/>
                  </a:cubicBezTo>
                  <a:lnTo>
                    <a:pt x="6277737" y="669163"/>
                  </a:lnTo>
                  <a:cubicBezTo>
                    <a:pt x="6277737" y="749173"/>
                    <a:pt x="6245987" y="825881"/>
                    <a:pt x="6189472" y="882396"/>
                  </a:cubicBezTo>
                  <a:cubicBezTo>
                    <a:pt x="6132957" y="938911"/>
                    <a:pt x="6056249" y="970661"/>
                    <a:pt x="5976239" y="970661"/>
                  </a:cubicBezTo>
                  <a:lnTo>
                    <a:pt x="301498" y="970661"/>
                  </a:lnTo>
                  <a:cubicBezTo>
                    <a:pt x="135001" y="970661"/>
                    <a:pt x="0" y="835660"/>
                    <a:pt x="0" y="669163"/>
                  </a:cubicBezTo>
                  <a:lnTo>
                    <a:pt x="0" y="301498"/>
                  </a:lnTo>
                  <a:cubicBezTo>
                    <a:pt x="0" y="135001"/>
                    <a:pt x="135001" y="0"/>
                    <a:pt x="30149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93445" y="8119682"/>
            <a:ext cx="14049861" cy="1244594"/>
            <a:chOff x="0" y="0"/>
            <a:chExt cx="18733148" cy="165945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733136" cy="1659382"/>
            </a:xfrm>
            <a:custGeom>
              <a:avLst/>
              <a:gdLst/>
              <a:ahLst/>
              <a:cxnLst/>
              <a:rect r="r" b="b" t="t" l="l"/>
              <a:pathLst>
                <a:path h="1659382" w="18733136">
                  <a:moveTo>
                    <a:pt x="109601" y="0"/>
                  </a:moveTo>
                  <a:lnTo>
                    <a:pt x="18623535" y="0"/>
                  </a:lnTo>
                  <a:cubicBezTo>
                    <a:pt x="18684114" y="0"/>
                    <a:pt x="18733136" y="49149"/>
                    <a:pt x="18733136" y="109601"/>
                  </a:cubicBezTo>
                  <a:lnTo>
                    <a:pt x="18733136" y="1549781"/>
                  </a:lnTo>
                  <a:cubicBezTo>
                    <a:pt x="18733136" y="1610360"/>
                    <a:pt x="18683987" y="1659382"/>
                    <a:pt x="18623535" y="1659382"/>
                  </a:cubicBezTo>
                  <a:lnTo>
                    <a:pt x="109601" y="1659382"/>
                  </a:lnTo>
                  <a:cubicBezTo>
                    <a:pt x="80518" y="1659382"/>
                    <a:pt x="52578" y="1647825"/>
                    <a:pt x="32131" y="1627251"/>
                  </a:cubicBezTo>
                  <a:cubicBezTo>
                    <a:pt x="11684" y="1606677"/>
                    <a:pt x="0" y="1578864"/>
                    <a:pt x="0" y="1549781"/>
                  </a:cubicBezTo>
                  <a:lnTo>
                    <a:pt x="0" y="109601"/>
                  </a:lnTo>
                  <a:cubicBezTo>
                    <a:pt x="0" y="49149"/>
                    <a:pt x="49149" y="0"/>
                    <a:pt x="10960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552817" y="4342028"/>
            <a:ext cx="5641534" cy="1210132"/>
            <a:chOff x="0" y="0"/>
            <a:chExt cx="7522045" cy="161351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521956" cy="1613408"/>
            </a:xfrm>
            <a:custGeom>
              <a:avLst/>
              <a:gdLst/>
              <a:ahLst/>
              <a:cxnLst/>
              <a:rect r="r" b="b" t="t" l="l"/>
              <a:pathLst>
                <a:path h="1613408" w="7521956">
                  <a:moveTo>
                    <a:pt x="258953" y="0"/>
                  </a:moveTo>
                  <a:lnTo>
                    <a:pt x="7263003" y="0"/>
                  </a:lnTo>
                  <a:cubicBezTo>
                    <a:pt x="7406005" y="0"/>
                    <a:pt x="7521956" y="115951"/>
                    <a:pt x="7521956" y="258953"/>
                  </a:cubicBezTo>
                  <a:lnTo>
                    <a:pt x="7521956" y="1354455"/>
                  </a:lnTo>
                  <a:cubicBezTo>
                    <a:pt x="7521956" y="1497457"/>
                    <a:pt x="7406005" y="1613408"/>
                    <a:pt x="7263003" y="1613408"/>
                  </a:cubicBezTo>
                  <a:lnTo>
                    <a:pt x="258953" y="1613408"/>
                  </a:lnTo>
                  <a:cubicBezTo>
                    <a:pt x="115951" y="1613535"/>
                    <a:pt x="0" y="1497584"/>
                    <a:pt x="0" y="1354455"/>
                  </a:cubicBezTo>
                  <a:lnTo>
                    <a:pt x="0" y="258953"/>
                  </a:lnTo>
                  <a:cubicBezTo>
                    <a:pt x="0" y="115951"/>
                    <a:pt x="115951" y="0"/>
                    <a:pt x="25895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135400" y="5822442"/>
            <a:ext cx="6830530" cy="1639986"/>
            <a:chOff x="0" y="0"/>
            <a:chExt cx="9107373" cy="218664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07424" cy="2186686"/>
            </a:xfrm>
            <a:custGeom>
              <a:avLst/>
              <a:gdLst/>
              <a:ahLst/>
              <a:cxnLst/>
              <a:rect r="r" b="b" t="t" l="l"/>
              <a:pathLst>
                <a:path h="2186686" w="9107424">
                  <a:moveTo>
                    <a:pt x="243586" y="0"/>
                  </a:moveTo>
                  <a:lnTo>
                    <a:pt x="8863838" y="0"/>
                  </a:lnTo>
                  <a:cubicBezTo>
                    <a:pt x="8928481" y="0"/>
                    <a:pt x="8990330" y="25654"/>
                    <a:pt x="9036050" y="71374"/>
                  </a:cubicBezTo>
                  <a:cubicBezTo>
                    <a:pt x="9081770" y="117094"/>
                    <a:pt x="9107424" y="178943"/>
                    <a:pt x="9107424" y="243586"/>
                  </a:cubicBezTo>
                  <a:lnTo>
                    <a:pt x="9107424" y="1943100"/>
                  </a:lnTo>
                  <a:cubicBezTo>
                    <a:pt x="9107424" y="2007743"/>
                    <a:pt x="9081770" y="2069592"/>
                    <a:pt x="9036050" y="2115312"/>
                  </a:cubicBezTo>
                  <a:cubicBezTo>
                    <a:pt x="8990330" y="2161032"/>
                    <a:pt x="8928481" y="2186686"/>
                    <a:pt x="8863838" y="2186686"/>
                  </a:cubicBezTo>
                  <a:lnTo>
                    <a:pt x="243586" y="2186686"/>
                  </a:lnTo>
                  <a:cubicBezTo>
                    <a:pt x="178943" y="2186686"/>
                    <a:pt x="117094" y="2161032"/>
                    <a:pt x="71374" y="2115312"/>
                  </a:cubicBezTo>
                  <a:cubicBezTo>
                    <a:pt x="25654" y="2069592"/>
                    <a:pt x="0" y="2007743"/>
                    <a:pt x="0" y="1943100"/>
                  </a:cubicBezTo>
                  <a:lnTo>
                    <a:pt x="0" y="243586"/>
                  </a:lnTo>
                  <a:cubicBezTo>
                    <a:pt x="0" y="178943"/>
                    <a:pt x="25654" y="116967"/>
                    <a:pt x="71374" y="71374"/>
                  </a:cubicBezTo>
                  <a:cubicBezTo>
                    <a:pt x="117094" y="25781"/>
                    <a:pt x="178943" y="0"/>
                    <a:pt x="24358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34747" y="3068203"/>
            <a:ext cx="9537125" cy="4004139"/>
            <a:chOff x="0" y="0"/>
            <a:chExt cx="12716167" cy="533885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2716129" cy="5338826"/>
            </a:xfrm>
            <a:custGeom>
              <a:avLst/>
              <a:gdLst/>
              <a:ahLst/>
              <a:cxnLst/>
              <a:rect r="r" b="b" t="t" l="l"/>
              <a:pathLst>
                <a:path h="5338826" w="12716129">
                  <a:moveTo>
                    <a:pt x="0" y="0"/>
                  </a:moveTo>
                  <a:lnTo>
                    <a:pt x="12716129" y="0"/>
                  </a:lnTo>
                  <a:lnTo>
                    <a:pt x="12716129" y="5338826"/>
                  </a:lnTo>
                  <a:lnTo>
                    <a:pt x="0" y="53388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81692" y="-106718"/>
            <a:ext cx="14375587" cy="2114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91991" y="2923222"/>
            <a:ext cx="4790684" cy="889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Modelo: cuida das regras de negócio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673801" y="8272034"/>
            <a:ext cx="13689254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Facilita a manutenção e evolução do software, permitindo que cada componente seja desenvolvido de forma independente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87017" y="4459081"/>
            <a:ext cx="5287470" cy="87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Visão: gerencia o que é mostrado ao usuário, interface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398919" y="5930236"/>
            <a:ext cx="6417840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Controller: lida com a interação entre a visão e o modelo, respotas a interação do usuário com o sistema.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794247" y="1966179"/>
            <a:ext cx="4576867" cy="460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 a aplicação em três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64262" y="3102778"/>
            <a:ext cx="8202406" cy="4556893"/>
            <a:chOff x="0" y="0"/>
            <a:chExt cx="10936542" cy="607585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36605" cy="6075807"/>
            </a:xfrm>
            <a:custGeom>
              <a:avLst/>
              <a:gdLst/>
              <a:ahLst/>
              <a:cxnLst/>
              <a:rect r="r" b="b" t="t" l="l"/>
              <a:pathLst>
                <a:path h="6075807" w="10936605">
                  <a:moveTo>
                    <a:pt x="0" y="0"/>
                  </a:moveTo>
                  <a:lnTo>
                    <a:pt x="10936605" y="0"/>
                  </a:lnTo>
                  <a:lnTo>
                    <a:pt x="10936605" y="6075807"/>
                  </a:lnTo>
                  <a:lnTo>
                    <a:pt x="0" y="60758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245022" y="2876969"/>
            <a:ext cx="7042842" cy="1671514"/>
            <a:chOff x="0" y="0"/>
            <a:chExt cx="9390456" cy="222868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390507" cy="2228723"/>
            </a:xfrm>
            <a:custGeom>
              <a:avLst/>
              <a:gdLst/>
              <a:ahLst/>
              <a:cxnLst/>
              <a:rect r="r" b="b" t="t" l="l"/>
              <a:pathLst>
                <a:path h="2228723" w="9390507">
                  <a:moveTo>
                    <a:pt x="269367" y="0"/>
                  </a:moveTo>
                  <a:lnTo>
                    <a:pt x="9121140" y="0"/>
                  </a:lnTo>
                  <a:cubicBezTo>
                    <a:pt x="9269857" y="0"/>
                    <a:pt x="9390507" y="120523"/>
                    <a:pt x="9390507" y="269367"/>
                  </a:cubicBezTo>
                  <a:lnTo>
                    <a:pt x="9390507" y="1959356"/>
                  </a:lnTo>
                  <a:cubicBezTo>
                    <a:pt x="9390507" y="2108073"/>
                    <a:pt x="9269984" y="2228723"/>
                    <a:pt x="9121140" y="2228723"/>
                  </a:cubicBezTo>
                  <a:lnTo>
                    <a:pt x="269367" y="2228723"/>
                  </a:lnTo>
                  <a:cubicBezTo>
                    <a:pt x="197993" y="2228723"/>
                    <a:pt x="129413" y="2200402"/>
                    <a:pt x="78867" y="2149856"/>
                  </a:cubicBezTo>
                  <a:cubicBezTo>
                    <a:pt x="28321" y="2099310"/>
                    <a:pt x="0" y="2030730"/>
                    <a:pt x="0" y="1959356"/>
                  </a:cubicBezTo>
                  <a:lnTo>
                    <a:pt x="0" y="269367"/>
                  </a:lnTo>
                  <a:cubicBezTo>
                    <a:pt x="0" y="197993"/>
                    <a:pt x="28321" y="129413"/>
                    <a:pt x="78867" y="78867"/>
                  </a:cubicBezTo>
                  <a:cubicBezTo>
                    <a:pt x="129413" y="28321"/>
                    <a:pt x="197866" y="0"/>
                    <a:pt x="26936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581692" y="-106718"/>
            <a:ext cx="15335250" cy="20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4. Orientada a serviços (SOA)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455448" y="2977772"/>
            <a:ext cx="6670072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Similar a Microsserviços. </a:t>
            </a:r>
          </a:p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Deu origem a esse subtipo. Porém com maior foco em serviços reutilizaveis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245022" y="5597662"/>
            <a:ext cx="7152475" cy="2436209"/>
            <a:chOff x="0" y="0"/>
            <a:chExt cx="9536633" cy="324827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536557" cy="3248279"/>
            </a:xfrm>
            <a:custGeom>
              <a:avLst/>
              <a:gdLst/>
              <a:ahLst/>
              <a:cxnLst/>
              <a:rect r="r" b="b" t="t" l="l"/>
              <a:pathLst>
                <a:path h="3248279" w="9536557">
                  <a:moveTo>
                    <a:pt x="265176" y="0"/>
                  </a:moveTo>
                  <a:lnTo>
                    <a:pt x="9271381" y="0"/>
                  </a:lnTo>
                  <a:cubicBezTo>
                    <a:pt x="9417813" y="0"/>
                    <a:pt x="9536557" y="118745"/>
                    <a:pt x="9536557" y="265176"/>
                  </a:cubicBezTo>
                  <a:lnTo>
                    <a:pt x="9536557" y="2983103"/>
                  </a:lnTo>
                  <a:cubicBezTo>
                    <a:pt x="9536557" y="3129534"/>
                    <a:pt x="9417813" y="3248279"/>
                    <a:pt x="9271381" y="3248279"/>
                  </a:cubicBezTo>
                  <a:lnTo>
                    <a:pt x="265176" y="3248279"/>
                  </a:lnTo>
                  <a:cubicBezTo>
                    <a:pt x="118745" y="3248279"/>
                    <a:pt x="0" y="3129534"/>
                    <a:pt x="0" y="2983103"/>
                  </a:cubicBezTo>
                  <a:lnTo>
                    <a:pt x="0" y="265176"/>
                  </a:lnTo>
                  <a:cubicBezTo>
                    <a:pt x="0" y="118745"/>
                    <a:pt x="118745" y="0"/>
                    <a:pt x="26517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9482195" y="5638219"/>
            <a:ext cx="6805727" cy="2162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principal diferença: está em como os serviços estão expostos e consumidos,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10577" y="2438819"/>
            <a:ext cx="8033423" cy="5900195"/>
            <a:chOff x="0" y="0"/>
            <a:chExt cx="10711231" cy="78669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711180" cy="7866888"/>
            </a:xfrm>
            <a:custGeom>
              <a:avLst/>
              <a:gdLst/>
              <a:ahLst/>
              <a:cxnLst/>
              <a:rect r="r" b="b" t="t" l="l"/>
              <a:pathLst>
                <a:path h="7866888" w="10711180">
                  <a:moveTo>
                    <a:pt x="0" y="0"/>
                  </a:moveTo>
                  <a:lnTo>
                    <a:pt x="10711180" y="0"/>
                  </a:lnTo>
                  <a:lnTo>
                    <a:pt x="10711180" y="7866888"/>
                  </a:lnTo>
                  <a:lnTo>
                    <a:pt x="0" y="7866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81692" y="-106718"/>
            <a:ext cx="12708255" cy="20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5. Em camadas (Layers)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082422" y="2876969"/>
            <a:ext cx="7176821" cy="1665722"/>
            <a:chOff x="0" y="0"/>
            <a:chExt cx="9569094" cy="222096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69069" cy="2220976"/>
            </a:xfrm>
            <a:custGeom>
              <a:avLst/>
              <a:gdLst/>
              <a:ahLst/>
              <a:cxnLst/>
              <a:rect r="r" b="b" t="t" l="l"/>
              <a:pathLst>
                <a:path h="2220976" w="9569069">
                  <a:moveTo>
                    <a:pt x="214630" y="0"/>
                  </a:moveTo>
                  <a:lnTo>
                    <a:pt x="9354439" y="0"/>
                  </a:lnTo>
                  <a:cubicBezTo>
                    <a:pt x="9411335" y="0"/>
                    <a:pt x="9465945" y="22606"/>
                    <a:pt x="9506204" y="62865"/>
                  </a:cubicBezTo>
                  <a:cubicBezTo>
                    <a:pt x="9546463" y="103124"/>
                    <a:pt x="9569069" y="157734"/>
                    <a:pt x="9569069" y="214630"/>
                  </a:cubicBezTo>
                  <a:lnTo>
                    <a:pt x="9569069" y="2006346"/>
                  </a:lnTo>
                  <a:cubicBezTo>
                    <a:pt x="9569069" y="2124837"/>
                    <a:pt x="9472930" y="2220976"/>
                    <a:pt x="9354439" y="2220976"/>
                  </a:cubicBezTo>
                  <a:lnTo>
                    <a:pt x="214630" y="2220976"/>
                  </a:lnTo>
                  <a:cubicBezTo>
                    <a:pt x="96139" y="2220976"/>
                    <a:pt x="0" y="2124837"/>
                    <a:pt x="0" y="2006346"/>
                  </a:cubicBezTo>
                  <a:lnTo>
                    <a:pt x="0" y="214630"/>
                  </a:lnTo>
                  <a:cubicBezTo>
                    <a:pt x="0" y="96139"/>
                    <a:pt x="96139" y="0"/>
                    <a:pt x="21463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334215" y="3168929"/>
            <a:ext cx="6857648" cy="87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174595" y="5143500"/>
            <a:ext cx="6628943" cy="1538564"/>
            <a:chOff x="0" y="0"/>
            <a:chExt cx="8838590" cy="205141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838565" cy="2051431"/>
            </a:xfrm>
            <a:custGeom>
              <a:avLst/>
              <a:gdLst/>
              <a:ahLst/>
              <a:cxnLst/>
              <a:rect r="r" b="b" t="t" l="l"/>
              <a:pathLst>
                <a:path h="2051431" w="8838565">
                  <a:moveTo>
                    <a:pt x="214630" y="0"/>
                  </a:moveTo>
                  <a:lnTo>
                    <a:pt x="8623935" y="0"/>
                  </a:lnTo>
                  <a:cubicBezTo>
                    <a:pt x="8680831" y="0"/>
                    <a:pt x="8735441" y="22606"/>
                    <a:pt x="8775700" y="62865"/>
                  </a:cubicBezTo>
                  <a:cubicBezTo>
                    <a:pt x="8815959" y="103124"/>
                    <a:pt x="8838565" y="157734"/>
                    <a:pt x="8838565" y="214630"/>
                  </a:cubicBezTo>
                  <a:lnTo>
                    <a:pt x="8838565" y="1836801"/>
                  </a:lnTo>
                  <a:cubicBezTo>
                    <a:pt x="8838565" y="1955292"/>
                    <a:pt x="8742426" y="2051431"/>
                    <a:pt x="8623935" y="2051431"/>
                  </a:cubicBezTo>
                  <a:lnTo>
                    <a:pt x="214630" y="2051431"/>
                  </a:lnTo>
                  <a:cubicBezTo>
                    <a:pt x="96139" y="2051431"/>
                    <a:pt x="0" y="1955292"/>
                    <a:pt x="0" y="1836801"/>
                  </a:cubicBezTo>
                  <a:lnTo>
                    <a:pt x="0" y="214630"/>
                  </a:lnTo>
                  <a:cubicBezTo>
                    <a:pt x="0" y="96139"/>
                    <a:pt x="96139" y="0"/>
                    <a:pt x="21463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170795" y="5153873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81692" y="2438819"/>
            <a:ext cx="7950451" cy="5972775"/>
            <a:chOff x="0" y="0"/>
            <a:chExt cx="10600601" cy="7963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00563" cy="7963662"/>
            </a:xfrm>
            <a:custGeom>
              <a:avLst/>
              <a:gdLst/>
              <a:ahLst/>
              <a:cxnLst/>
              <a:rect r="r" b="b" t="t" l="l"/>
              <a:pathLst>
                <a:path h="7963662" w="10600563">
                  <a:moveTo>
                    <a:pt x="0" y="0"/>
                  </a:moveTo>
                  <a:lnTo>
                    <a:pt x="10600563" y="0"/>
                  </a:lnTo>
                  <a:lnTo>
                    <a:pt x="10600563" y="7963662"/>
                  </a:lnTo>
                  <a:lnTo>
                    <a:pt x="0" y="79636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81692" y="-106718"/>
            <a:ext cx="10052999" cy="20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6. CLiente-servidor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05655" y="2800769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5067300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33101" y="7691171"/>
            <a:ext cx="5719543" cy="1665722"/>
            <a:chOff x="0" y="0"/>
            <a:chExt cx="7626058" cy="222096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26097" cy="2220976"/>
            </a:xfrm>
            <a:custGeom>
              <a:avLst/>
              <a:gdLst/>
              <a:ahLst/>
              <a:cxnLst/>
              <a:rect r="r" b="b" t="t" l="l"/>
              <a:pathLst>
                <a:path h="2220976" w="7626097">
                  <a:moveTo>
                    <a:pt x="269367" y="0"/>
                  </a:moveTo>
                  <a:lnTo>
                    <a:pt x="7356729" y="0"/>
                  </a:lnTo>
                  <a:cubicBezTo>
                    <a:pt x="7505447" y="0"/>
                    <a:pt x="7626097" y="120523"/>
                    <a:pt x="7626097" y="269367"/>
                  </a:cubicBezTo>
                  <a:lnTo>
                    <a:pt x="7626097" y="1951609"/>
                  </a:lnTo>
                  <a:cubicBezTo>
                    <a:pt x="7626097" y="2100326"/>
                    <a:pt x="7505573" y="2220976"/>
                    <a:pt x="7356729" y="2220976"/>
                  </a:cubicBezTo>
                  <a:lnTo>
                    <a:pt x="269367" y="2220976"/>
                  </a:lnTo>
                  <a:cubicBezTo>
                    <a:pt x="120523" y="2220976"/>
                    <a:pt x="0" y="2100326"/>
                    <a:pt x="0" y="1951609"/>
                  </a:cubicBezTo>
                  <a:lnTo>
                    <a:pt x="0" y="269367"/>
                  </a:lnTo>
                  <a:cubicBezTo>
                    <a:pt x="0" y="120523"/>
                    <a:pt x="120523" y="0"/>
                    <a:pt x="26936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04432" y="2727017"/>
            <a:ext cx="9711652" cy="3968591"/>
            <a:chOff x="0" y="0"/>
            <a:chExt cx="12948869" cy="52914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948920" cy="5291455"/>
            </a:xfrm>
            <a:custGeom>
              <a:avLst/>
              <a:gdLst/>
              <a:ahLst/>
              <a:cxnLst/>
              <a:rect r="r" b="b" t="t" l="l"/>
              <a:pathLst>
                <a:path h="5291455" w="12948920">
                  <a:moveTo>
                    <a:pt x="0" y="0"/>
                  </a:moveTo>
                  <a:lnTo>
                    <a:pt x="12948920" y="0"/>
                  </a:lnTo>
                  <a:lnTo>
                    <a:pt x="12948920" y="5291455"/>
                  </a:lnTo>
                  <a:lnTo>
                    <a:pt x="0" y="5291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81692" y="-106718"/>
            <a:ext cx="12455204" cy="20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7. Pipes-and-filters (PF)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05655" y="2800769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5067300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33101" y="7691171"/>
            <a:ext cx="5719543" cy="1665722"/>
            <a:chOff x="0" y="0"/>
            <a:chExt cx="7626058" cy="222096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26097" cy="2220976"/>
            </a:xfrm>
            <a:custGeom>
              <a:avLst/>
              <a:gdLst/>
              <a:ahLst/>
              <a:cxnLst/>
              <a:rect r="r" b="b" t="t" l="l"/>
              <a:pathLst>
                <a:path h="2220976" w="7626097">
                  <a:moveTo>
                    <a:pt x="269367" y="0"/>
                  </a:moveTo>
                  <a:lnTo>
                    <a:pt x="7356729" y="0"/>
                  </a:lnTo>
                  <a:cubicBezTo>
                    <a:pt x="7505447" y="0"/>
                    <a:pt x="7626097" y="120523"/>
                    <a:pt x="7626097" y="269367"/>
                  </a:cubicBezTo>
                  <a:lnTo>
                    <a:pt x="7626097" y="1951609"/>
                  </a:lnTo>
                  <a:cubicBezTo>
                    <a:pt x="7626097" y="2100326"/>
                    <a:pt x="7505573" y="2220976"/>
                    <a:pt x="7356729" y="2220976"/>
                  </a:cubicBezTo>
                  <a:lnTo>
                    <a:pt x="269367" y="2220976"/>
                  </a:lnTo>
                  <a:cubicBezTo>
                    <a:pt x="120523" y="2220976"/>
                    <a:pt x="0" y="2100326"/>
                    <a:pt x="0" y="1951609"/>
                  </a:cubicBezTo>
                  <a:lnTo>
                    <a:pt x="0" y="269367"/>
                  </a:lnTo>
                  <a:cubicBezTo>
                    <a:pt x="0" y="120523"/>
                    <a:pt x="120523" y="0"/>
                    <a:pt x="26936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35591" y="2630053"/>
            <a:ext cx="9354893" cy="5262124"/>
            <a:chOff x="0" y="0"/>
            <a:chExt cx="12473191" cy="70161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473178" cy="7016115"/>
            </a:xfrm>
            <a:custGeom>
              <a:avLst/>
              <a:gdLst/>
              <a:ahLst/>
              <a:cxnLst/>
              <a:rect r="r" b="b" t="t" l="l"/>
              <a:pathLst>
                <a:path h="7016115" w="12473178">
                  <a:moveTo>
                    <a:pt x="0" y="0"/>
                  </a:moveTo>
                  <a:lnTo>
                    <a:pt x="12473178" y="0"/>
                  </a:lnTo>
                  <a:lnTo>
                    <a:pt x="12473178" y="7016115"/>
                  </a:lnTo>
                  <a:lnTo>
                    <a:pt x="0" y="70161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81692" y="-106718"/>
            <a:ext cx="11996423" cy="20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8. Orientado a eventos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05655" y="2800769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5067300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33101" y="7691171"/>
            <a:ext cx="5719543" cy="1665722"/>
            <a:chOff x="0" y="0"/>
            <a:chExt cx="7626058" cy="222096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26097" cy="2220976"/>
            </a:xfrm>
            <a:custGeom>
              <a:avLst/>
              <a:gdLst/>
              <a:ahLst/>
              <a:cxnLst/>
              <a:rect r="r" b="b" t="t" l="l"/>
              <a:pathLst>
                <a:path h="2220976" w="7626097">
                  <a:moveTo>
                    <a:pt x="269367" y="0"/>
                  </a:moveTo>
                  <a:lnTo>
                    <a:pt x="7356729" y="0"/>
                  </a:lnTo>
                  <a:cubicBezTo>
                    <a:pt x="7505447" y="0"/>
                    <a:pt x="7626097" y="120523"/>
                    <a:pt x="7626097" y="269367"/>
                  </a:cubicBezTo>
                  <a:lnTo>
                    <a:pt x="7626097" y="1951609"/>
                  </a:lnTo>
                  <a:cubicBezTo>
                    <a:pt x="7626097" y="2100326"/>
                    <a:pt x="7505573" y="2220976"/>
                    <a:pt x="7356729" y="2220976"/>
                  </a:cubicBezTo>
                  <a:lnTo>
                    <a:pt x="269367" y="2220976"/>
                  </a:lnTo>
                  <a:cubicBezTo>
                    <a:pt x="120523" y="2220976"/>
                    <a:pt x="0" y="2100326"/>
                    <a:pt x="0" y="1951609"/>
                  </a:cubicBezTo>
                  <a:lnTo>
                    <a:pt x="0" y="269367"/>
                  </a:lnTo>
                  <a:cubicBezTo>
                    <a:pt x="0" y="120523"/>
                    <a:pt x="120523" y="0"/>
                    <a:pt x="26936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81692" y="2531974"/>
            <a:ext cx="9607820" cy="4845082"/>
            <a:chOff x="0" y="0"/>
            <a:chExt cx="12810426" cy="646010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10363" cy="6460109"/>
            </a:xfrm>
            <a:custGeom>
              <a:avLst/>
              <a:gdLst/>
              <a:ahLst/>
              <a:cxnLst/>
              <a:rect r="r" b="b" t="t" l="l"/>
              <a:pathLst>
                <a:path h="6460109" w="12810363">
                  <a:moveTo>
                    <a:pt x="0" y="0"/>
                  </a:moveTo>
                  <a:lnTo>
                    <a:pt x="12810363" y="0"/>
                  </a:lnTo>
                  <a:lnTo>
                    <a:pt x="12810363" y="6460109"/>
                  </a:lnTo>
                  <a:lnTo>
                    <a:pt x="0" y="64601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47" r="0" b="-47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81692" y="-106718"/>
            <a:ext cx="12068813" cy="20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9. Baseado em espaço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05655" y="2800769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5067300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33101" y="7691171"/>
            <a:ext cx="5719543" cy="1665722"/>
            <a:chOff x="0" y="0"/>
            <a:chExt cx="7626058" cy="222096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26097" cy="2220976"/>
            </a:xfrm>
            <a:custGeom>
              <a:avLst/>
              <a:gdLst/>
              <a:ahLst/>
              <a:cxnLst/>
              <a:rect r="r" b="b" t="t" l="l"/>
              <a:pathLst>
                <a:path h="2220976" w="7626097">
                  <a:moveTo>
                    <a:pt x="269367" y="0"/>
                  </a:moveTo>
                  <a:lnTo>
                    <a:pt x="7356729" y="0"/>
                  </a:lnTo>
                  <a:cubicBezTo>
                    <a:pt x="7505447" y="0"/>
                    <a:pt x="7626097" y="120523"/>
                    <a:pt x="7626097" y="269367"/>
                  </a:cubicBezTo>
                  <a:lnTo>
                    <a:pt x="7626097" y="1951609"/>
                  </a:lnTo>
                  <a:cubicBezTo>
                    <a:pt x="7626097" y="2100326"/>
                    <a:pt x="7505573" y="2220976"/>
                    <a:pt x="7356729" y="2220976"/>
                  </a:cubicBezTo>
                  <a:lnTo>
                    <a:pt x="269367" y="2220976"/>
                  </a:lnTo>
                  <a:cubicBezTo>
                    <a:pt x="120523" y="2220976"/>
                    <a:pt x="0" y="2100326"/>
                    <a:pt x="0" y="1951609"/>
                  </a:cubicBezTo>
                  <a:lnTo>
                    <a:pt x="0" y="269367"/>
                  </a:lnTo>
                  <a:cubicBezTo>
                    <a:pt x="0" y="120523"/>
                    <a:pt x="120523" y="0"/>
                    <a:pt x="26936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0007" y="2243138"/>
            <a:ext cx="5445119" cy="5800715"/>
            <a:chOff x="0" y="0"/>
            <a:chExt cx="7260158" cy="773428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260209" cy="7734300"/>
            </a:xfrm>
            <a:custGeom>
              <a:avLst/>
              <a:gdLst/>
              <a:ahLst/>
              <a:cxnLst/>
              <a:rect r="r" b="b" t="t" l="l"/>
              <a:pathLst>
                <a:path h="7734300" w="7260209">
                  <a:moveTo>
                    <a:pt x="0" y="0"/>
                  </a:moveTo>
                  <a:lnTo>
                    <a:pt x="7260209" y="0"/>
                  </a:lnTo>
                  <a:lnTo>
                    <a:pt x="7260209" y="7734300"/>
                  </a:lnTo>
                  <a:lnTo>
                    <a:pt x="0" y="7734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81692" y="-106718"/>
            <a:ext cx="17544574" cy="201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9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10. Publicador-Inscrito (Pub/Sub)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05655" y="2800769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5067300"/>
            <a:ext cx="6453645" cy="130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8"/>
              </a:lnSpc>
            </a:pPr>
            <a:r>
              <a:rPr lang="en-US" sz="2499" b="true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687685" y="7979740"/>
            <a:ext cx="5719543" cy="1665722"/>
            <a:chOff x="0" y="0"/>
            <a:chExt cx="7626058" cy="222096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26097" cy="2220976"/>
            </a:xfrm>
            <a:custGeom>
              <a:avLst/>
              <a:gdLst/>
              <a:ahLst/>
              <a:cxnLst/>
              <a:rect r="r" b="b" t="t" l="l"/>
              <a:pathLst>
                <a:path h="2220976" w="7626097">
                  <a:moveTo>
                    <a:pt x="269367" y="0"/>
                  </a:moveTo>
                  <a:lnTo>
                    <a:pt x="7356729" y="0"/>
                  </a:lnTo>
                  <a:cubicBezTo>
                    <a:pt x="7505447" y="0"/>
                    <a:pt x="7626097" y="120523"/>
                    <a:pt x="7626097" y="269367"/>
                  </a:cubicBezTo>
                  <a:lnTo>
                    <a:pt x="7626097" y="1951609"/>
                  </a:lnTo>
                  <a:cubicBezTo>
                    <a:pt x="7626097" y="2100326"/>
                    <a:pt x="7505573" y="2220976"/>
                    <a:pt x="7356729" y="2220976"/>
                  </a:cubicBezTo>
                  <a:lnTo>
                    <a:pt x="269367" y="2220976"/>
                  </a:lnTo>
                  <a:cubicBezTo>
                    <a:pt x="120523" y="2220976"/>
                    <a:pt x="0" y="2100326"/>
                    <a:pt x="0" y="1951609"/>
                  </a:cubicBezTo>
                  <a:lnTo>
                    <a:pt x="0" y="269367"/>
                  </a:lnTo>
                  <a:cubicBezTo>
                    <a:pt x="0" y="120523"/>
                    <a:pt x="120523" y="0"/>
                    <a:pt x="26936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43251" y="302847"/>
            <a:ext cx="8148399" cy="9287961"/>
            <a:chOff x="0" y="0"/>
            <a:chExt cx="10864532" cy="123839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64469" cy="12383897"/>
            </a:xfrm>
            <a:custGeom>
              <a:avLst/>
              <a:gdLst/>
              <a:ahLst/>
              <a:cxnLst/>
              <a:rect r="r" b="b" t="t" l="l"/>
              <a:pathLst>
                <a:path h="12383897" w="10864469">
                  <a:moveTo>
                    <a:pt x="0" y="0"/>
                  </a:moveTo>
                  <a:lnTo>
                    <a:pt x="10864469" y="0"/>
                  </a:lnTo>
                  <a:lnTo>
                    <a:pt x="10864469" y="12383897"/>
                  </a:lnTo>
                  <a:lnTo>
                    <a:pt x="0" y="12383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50286" y="461401"/>
            <a:ext cx="9485852" cy="9017660"/>
            <a:chOff x="0" y="0"/>
            <a:chExt cx="12647803" cy="1202354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647803" cy="12023598"/>
            </a:xfrm>
            <a:custGeom>
              <a:avLst/>
              <a:gdLst/>
              <a:ahLst/>
              <a:cxnLst/>
              <a:rect r="r" b="b" t="t" l="l"/>
              <a:pathLst>
                <a:path h="12023598" w="12647803">
                  <a:moveTo>
                    <a:pt x="0" y="0"/>
                  </a:moveTo>
                  <a:lnTo>
                    <a:pt x="12647803" y="0"/>
                  </a:lnTo>
                  <a:lnTo>
                    <a:pt x="12647803" y="12023598"/>
                  </a:lnTo>
                  <a:lnTo>
                    <a:pt x="0" y="12023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0914" y="2890380"/>
            <a:ext cx="17986172" cy="4202954"/>
            <a:chOff x="0" y="0"/>
            <a:chExt cx="23981562" cy="560393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981538" cy="5604002"/>
            </a:xfrm>
            <a:custGeom>
              <a:avLst/>
              <a:gdLst/>
              <a:ahLst/>
              <a:cxnLst/>
              <a:rect r="r" b="b" t="t" l="l"/>
              <a:pathLst>
                <a:path h="5604002" w="23981538">
                  <a:moveTo>
                    <a:pt x="0" y="0"/>
                  </a:moveTo>
                  <a:lnTo>
                    <a:pt x="23981538" y="0"/>
                  </a:lnTo>
                  <a:lnTo>
                    <a:pt x="23981538" y="5604002"/>
                  </a:lnTo>
                  <a:lnTo>
                    <a:pt x="0" y="56040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1"/>
              </a:stretch>
            </a:blipFill>
          </p:spPr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41030" y="1970580"/>
            <a:ext cx="17805930" cy="4874371"/>
            <a:chOff x="0" y="0"/>
            <a:chExt cx="23741240" cy="64991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41253" cy="6499225"/>
            </a:xfrm>
            <a:custGeom>
              <a:avLst/>
              <a:gdLst/>
              <a:ahLst/>
              <a:cxnLst/>
              <a:rect r="r" b="b" t="t" l="l"/>
              <a:pathLst>
                <a:path h="6499225" w="23741253">
                  <a:moveTo>
                    <a:pt x="0" y="0"/>
                  </a:moveTo>
                  <a:lnTo>
                    <a:pt x="23741253" y="0"/>
                  </a:lnTo>
                  <a:lnTo>
                    <a:pt x="23741253" y="6499225"/>
                  </a:lnTo>
                  <a:lnTo>
                    <a:pt x="0" y="6499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35" r="0" b="-34"/>
              </a:stretch>
            </a:blipFill>
          </p:spPr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528966" y="624964"/>
            <a:ext cx="9832029" cy="9382630"/>
            <a:chOff x="0" y="0"/>
            <a:chExt cx="13109372" cy="125101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109321" cy="12510135"/>
            </a:xfrm>
            <a:custGeom>
              <a:avLst/>
              <a:gdLst/>
              <a:ahLst/>
              <a:cxnLst/>
              <a:rect r="r" b="b" t="t" l="l"/>
              <a:pathLst>
                <a:path h="12510135" w="13109321">
                  <a:moveTo>
                    <a:pt x="0" y="0"/>
                  </a:moveTo>
                  <a:lnTo>
                    <a:pt x="13109321" y="0"/>
                  </a:lnTo>
                  <a:lnTo>
                    <a:pt x="13109321" y="12510135"/>
                  </a:lnTo>
                  <a:lnTo>
                    <a:pt x="0" y="12510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644142" y="509749"/>
            <a:ext cx="9623517" cy="9267501"/>
            <a:chOff x="0" y="0"/>
            <a:chExt cx="12831356" cy="1235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31318" cy="12356719"/>
            </a:xfrm>
            <a:custGeom>
              <a:avLst/>
              <a:gdLst/>
              <a:ahLst/>
              <a:cxnLst/>
              <a:rect r="r" b="b" t="t" l="l"/>
              <a:pathLst>
                <a:path h="12356719" w="12831318">
                  <a:moveTo>
                    <a:pt x="0" y="0"/>
                  </a:moveTo>
                  <a:lnTo>
                    <a:pt x="12831318" y="0"/>
                  </a:lnTo>
                  <a:lnTo>
                    <a:pt x="12831318" y="12356719"/>
                  </a:lnTo>
                  <a:lnTo>
                    <a:pt x="0" y="123567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35701" y="2977496"/>
            <a:ext cx="13616597" cy="3250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0"/>
              </a:lnSpc>
            </a:pPr>
            <a:r>
              <a:rPr lang="en-US" sz="20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DAHWAGXjjNI</dc:identifier>
  <dcterms:modified xsi:type="dcterms:W3CDTF">2011-08-01T06:04:30Z</dcterms:modified>
  <cp:revision>1</cp:revision>
  <dc:title>Apresentacao.pptx</dc:title>
</cp:coreProperties>
</file>