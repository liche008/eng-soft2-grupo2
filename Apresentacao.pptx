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</p:sldIdLst>
  <p:sldSz cx="18288000" cy="10287000"/>
  <p:notesSz cx="6858000" cy="9144000"/>
  <p:embeddedFontLst>
    <p:embeddedFont>
      <p:font typeface="Montserrat Medium" charset="1" panose="00000600000000000000"/>
      <p:regular r:id="rId27"/>
    </p:embeddedFont>
    <p:embeddedFont>
      <p:font typeface="Anton" charset="1" panose="00000500000000000000"/>
      <p:regular r:id="rId28"/>
    </p:embeddedFont>
    <p:embeddedFont>
      <p:font typeface="Montserrat Bold" charset="1" panose="00000800000000000000"/>
      <p:regular r:id="rId29"/>
    </p:embeddedFont>
    <p:embeddedFont>
      <p:font typeface="Montserrat" charset="1" panose="00000500000000000000"/>
      <p:regular r:id="rId3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fonts/font27.fntdata" Type="http://schemas.openxmlformats.org/officeDocument/2006/relationships/font"/><Relationship Id="rId28" Target="fonts/font28.fntdata" Type="http://schemas.openxmlformats.org/officeDocument/2006/relationships/font"/><Relationship Id="rId29" Target="fonts/font29.fntdata" Type="http://schemas.openxmlformats.org/officeDocument/2006/relationships/font"/><Relationship Id="rId3" Target="viewProps.xml" Type="http://schemas.openxmlformats.org/officeDocument/2006/relationships/viewProps"/><Relationship Id="rId30" Target="fonts/font30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2.png" Type="http://schemas.openxmlformats.org/officeDocument/2006/relationships/image"/><Relationship Id="rId3" Target="../media/image3.sv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4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jpe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6.jpe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jpe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8.jpe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9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0.jpe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1.jpe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2.jpe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3.jpe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4.png" Type="http://schemas.openxmlformats.org/officeDocument/2006/relationships/image"/><Relationship Id="rId3" Target="../media/image15.sv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028700" y="981466"/>
            <a:ext cx="12794523" cy="423188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GABRIEL NUNES E</a:t>
            </a:r>
          </a:p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JOÃO PEDRO</a:t>
            </a:r>
          </a:p>
          <a:p>
            <a:pPr algn="l">
              <a:lnSpc>
                <a:spcPts val="28413"/>
              </a:lnSpc>
            </a:pPr>
            <a:r>
              <a:rPr lang="en-US" sz="2058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ARQUITETURA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396301" y="4819469"/>
            <a:ext cx="624421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4819469"/>
            <a:ext cx="13198183" cy="3704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28839"/>
              </a:lnSpc>
            </a:pP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</a:t>
            </a:r>
            <a:r>
              <a:rPr lang="en-US" sz="20599">
                <a:solidFill>
                  <a:srgbClr val="000000"/>
                </a:solidFill>
                <a:latin typeface="Anton"/>
                <a:ea typeface="Anton"/>
                <a:cs typeface="Anton"/>
                <a:sym typeface="Anton"/>
              </a:rPr>
              <a:t> </a:t>
            </a:r>
            <a:r>
              <a:rPr lang="en-US" sz="20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SOFTWARE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729634" y="412052"/>
            <a:ext cx="7749092" cy="2707815"/>
            <a:chOff x="0" y="0"/>
            <a:chExt cx="7749096" cy="270781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7621400" cy="2580773"/>
            </a:xfrm>
            <a:custGeom>
              <a:avLst/>
              <a:gdLst/>
              <a:ahLst/>
              <a:cxnLst/>
              <a:rect r="r" b="b" t="t" l="l"/>
              <a:pathLst>
                <a:path h="2580773" w="7621400">
                  <a:moveTo>
                    <a:pt x="0" y="0"/>
                  </a:moveTo>
                  <a:lnTo>
                    <a:pt x="7621400" y="0"/>
                  </a:lnTo>
                  <a:lnTo>
                    <a:pt x="7621400" y="2580773"/>
                  </a:lnTo>
                  <a:lnTo>
                    <a:pt x="0" y="2580773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7622035" cy="2580773"/>
            </a:xfrm>
            <a:custGeom>
              <a:avLst/>
              <a:gdLst/>
              <a:ahLst/>
              <a:cxnLst/>
              <a:rect r="r" b="b" t="t" l="l"/>
              <a:pathLst>
                <a:path h="2580773" w="7622035">
                  <a:moveTo>
                    <a:pt x="0" y="2580773"/>
                  </a:moveTo>
                  <a:lnTo>
                    <a:pt x="7622035" y="2580773"/>
                  </a:lnTo>
                  <a:lnTo>
                    <a:pt x="762203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0843117" y="6080036"/>
            <a:ext cx="6950602" cy="3910174"/>
            <a:chOff x="0" y="0"/>
            <a:chExt cx="6950596" cy="3910178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6822181" cy="3783205"/>
            </a:xfrm>
            <a:custGeom>
              <a:avLst/>
              <a:gdLst/>
              <a:ahLst/>
              <a:cxnLst/>
              <a:rect r="r" b="b" t="t" l="l"/>
              <a:pathLst>
                <a:path h="3783205" w="6822181">
                  <a:moveTo>
                    <a:pt x="0" y="0"/>
                  </a:moveTo>
                  <a:lnTo>
                    <a:pt x="0" y="3783205"/>
                  </a:lnTo>
                  <a:lnTo>
                    <a:pt x="6822180" y="3783205"/>
                  </a:lnTo>
                  <a:lnTo>
                    <a:pt x="6822180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6822181" cy="3783205"/>
            </a:xfrm>
            <a:custGeom>
              <a:avLst/>
              <a:gdLst/>
              <a:ahLst/>
              <a:cxnLst/>
              <a:rect r="r" b="b" t="t" l="l"/>
              <a:pathLst>
                <a:path h="3783205" w="6822181">
                  <a:moveTo>
                    <a:pt x="0" y="3783205"/>
                  </a:moveTo>
                  <a:lnTo>
                    <a:pt x="6822180" y="3783205"/>
                  </a:lnTo>
                  <a:lnTo>
                    <a:pt x="682218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727167" y="413680"/>
            <a:ext cx="6501346" cy="2438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985"/>
              </a:lnSpc>
            </a:pPr>
            <a:r>
              <a:rPr lang="en-US" sz="13560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DEFINIÇÃO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932651" y="3467338"/>
            <a:ext cx="5587241" cy="10381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IEEE (Standard 1471/ISO/IEC</a:t>
            </a:r>
          </a:p>
          <a:p>
            <a:pPr algn="ctr">
              <a:lnSpc>
                <a:spcPts val="4126"/>
              </a:lnSpc>
            </a:pPr>
            <a:r>
              <a:rPr lang="en-US" b="true" sz="2988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42010):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355868" y="4761052"/>
            <a:ext cx="132169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004516" y="4761052"/>
            <a:ext cx="7480240" cy="618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5047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organizaçãofundamental de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55168" y="5403475"/>
            <a:ext cx="8193281" cy="314035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982"/>
              </a:lnSpc>
            </a:pPr>
            <a:r>
              <a:rPr lang="en-US" b="true" sz="360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sistema, consubstanciada em seus componentes, nas relações entre eles e com o ambiente, e nos princípios que orientam sua concepção e evolução.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9020813" y="612438"/>
            <a:ext cx="7356100" cy="221003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91"/>
              </a:lnSpc>
            </a:pPr>
            <a:r>
              <a:rPr lang="en-US" b="true" sz="3194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O conceito de Arquitetura de Software surgiu nos anos 60 (com Dijkstra), mas se tornou popular nos anos 90.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1546805" y="6349784"/>
            <a:ext cx="5652373" cy="331685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751"/>
              </a:lnSpc>
            </a:pPr>
            <a:r>
              <a:rPr lang="en-US" b="true" sz="2691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Arquitetura de software é a forma como um sistema é organizado: quais são suas partes, como essas partes se conectam e interagem, e quais regras orientam a criação e as mudanças desse sistema.</a:t>
            </a:r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1819544" y="5143500"/>
            <a:ext cx="6029325" cy="4791075"/>
            <a:chOff x="0" y="0"/>
            <a:chExt cx="8039100" cy="63881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039100" cy="6388100"/>
            </a:xfrm>
            <a:custGeom>
              <a:avLst/>
              <a:gdLst/>
              <a:ahLst/>
              <a:cxnLst/>
              <a:rect r="r" b="b" t="t" l="l"/>
              <a:pathLst>
                <a:path h="6388100" w="8039100">
                  <a:moveTo>
                    <a:pt x="0" y="0"/>
                  </a:moveTo>
                  <a:lnTo>
                    <a:pt x="8039100" y="0"/>
                  </a:lnTo>
                  <a:lnTo>
                    <a:pt x="8039100" y="6388100"/>
                  </a:lnTo>
                  <a:lnTo>
                    <a:pt x="0" y="63881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582" t="0" r="-4580" b="-8946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792213" y="366465"/>
            <a:ext cx="14193155" cy="297887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QUAL É O OBJETIVO DA ARQUITETURA</a:t>
            </a:r>
          </a:p>
          <a:p>
            <a:pPr algn="l">
              <a:lnSpc>
                <a:spcPts val="11672"/>
              </a:lnSpc>
            </a:pPr>
            <a:r>
              <a:rPr lang="en-US" sz="835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 SOFTWARE?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111082" y="3531699"/>
            <a:ext cx="118872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792213" y="3531699"/>
            <a:ext cx="14302349" cy="612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903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Aarquitetura desoftwaretem como principal objetivo definira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792213" y="4157758"/>
            <a:ext cx="13889069" cy="12191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854"/>
              </a:lnSpc>
            </a:pPr>
            <a:r>
              <a:rPr lang="en-US" sz="3502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estrutura e o comportamento deum sistema e,apartir disso, assegurar que ele maximize indicadores de: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67451" y="6075112"/>
            <a:ext cx="5570953" cy="288705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41"/>
              </a:lnSpc>
            </a:pPr>
            <a:r>
              <a:rPr lang="en-US" b="true" sz="5501" spc="5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Desempenho; Segurança; Escalabilidade.</a:t>
            </a:r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8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-896845" y="-560260"/>
            <a:ext cx="18732541" cy="11522345"/>
          </a:xfrm>
          <a:custGeom>
            <a:avLst/>
            <a:gdLst/>
            <a:ahLst/>
            <a:cxnLst/>
            <a:rect r="r" b="b" t="t" l="l"/>
            <a:pathLst>
              <a:path h="11522345" w="18732541">
                <a:moveTo>
                  <a:pt x="0" y="0"/>
                </a:moveTo>
                <a:lnTo>
                  <a:pt x="18732541" y="0"/>
                </a:lnTo>
                <a:lnTo>
                  <a:pt x="18732541" y="11522344"/>
                </a:lnTo>
                <a:lnTo>
                  <a:pt x="0" y="11522344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3240405" y="1000754"/>
            <a:ext cx="12791532" cy="2741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4346"/>
              </a:lnSpc>
            </a:pPr>
            <a:r>
              <a:rPr lang="en-US" b="true" sz="3116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Um sistema de software possui muitos stakeholders (partes interessadas), com diferentes funções e interesses em relação a esse sistema. Esses diferentes interesses são chamados de concerns (preocupações), seguindo o conceito de “separação de preocupações” de Dijkstra.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412101" y="5145338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412101" y="6912235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412101" y="8676580"/>
            <a:ext cx="15030679" cy="8212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291"/>
              </a:lnSpc>
            </a:pPr>
            <a:r>
              <a:rPr lang="en-US" sz="2385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 cliente de um sistema de software, por exemplo, está principalmente interessado em quando o sistema ficará pronto e quanto custará para desenvolvê-lo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8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596161" y="4008930"/>
            <a:ext cx="6289329" cy="6278070"/>
            <a:chOff x="0" y="0"/>
            <a:chExt cx="8385772" cy="837076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5810" cy="8370824"/>
            </a:xfrm>
            <a:custGeom>
              <a:avLst/>
              <a:gdLst/>
              <a:ahLst/>
              <a:cxnLst/>
              <a:rect r="r" b="b" t="t" l="l"/>
              <a:pathLst>
                <a:path h="8370824" w="8385810">
                  <a:moveTo>
                    <a:pt x="0" y="0"/>
                  </a:moveTo>
                  <a:lnTo>
                    <a:pt x="8385810" y="0"/>
                  </a:lnTo>
                  <a:lnTo>
                    <a:pt x="8385810" y="8370824"/>
                  </a:lnTo>
                  <a:lnTo>
                    <a:pt x="0" y="83708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2124" r="0" b="-38143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914992" y="8939508"/>
            <a:ext cx="1087955" cy="1108072"/>
            <a:chOff x="0" y="0"/>
            <a:chExt cx="1087946" cy="110807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186689" y="63500"/>
              <a:ext cx="837688" cy="837184"/>
            </a:xfrm>
            <a:custGeom>
              <a:avLst/>
              <a:gdLst/>
              <a:ahLst/>
              <a:cxnLst/>
              <a:rect r="r" b="b" t="t" l="l"/>
              <a:pathLst>
                <a:path h="837184" w="837688">
                  <a:moveTo>
                    <a:pt x="824734" y="13081"/>
                  </a:moveTo>
                  <a:lnTo>
                    <a:pt x="824734" y="824230"/>
                  </a:lnTo>
                  <a:lnTo>
                    <a:pt x="13081" y="824230"/>
                  </a:lnTo>
                  <a:lnTo>
                    <a:pt x="13081" y="13081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830707"/>
                  </a:lnTo>
                  <a:cubicBezTo>
                    <a:pt x="0" y="834263"/>
                    <a:pt x="2921" y="837184"/>
                    <a:pt x="6477" y="837184"/>
                  </a:cubicBezTo>
                  <a:lnTo>
                    <a:pt x="831211" y="837184"/>
                  </a:lnTo>
                  <a:cubicBezTo>
                    <a:pt x="834767" y="837184"/>
                    <a:pt x="837688" y="834263"/>
                    <a:pt x="837688" y="830707"/>
                  </a:cubicBezTo>
                  <a:lnTo>
                    <a:pt x="837688" y="6477"/>
                  </a:lnTo>
                  <a:cubicBezTo>
                    <a:pt x="837688" y="2921"/>
                    <a:pt x="834767" y="0"/>
                    <a:pt x="831211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487867" y="4333808"/>
            <a:ext cx="2126028" cy="1130151"/>
            <a:chOff x="0" y="0"/>
            <a:chExt cx="2126031" cy="113014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76073" y="79248"/>
              <a:ext cx="977647" cy="973581"/>
            </a:xfrm>
            <a:custGeom>
              <a:avLst/>
              <a:gdLst/>
              <a:ahLst/>
              <a:cxnLst/>
              <a:rect r="r" b="b" t="t" l="l"/>
              <a:pathLst>
                <a:path h="973581" w="977647">
                  <a:moveTo>
                    <a:pt x="977647" y="486791"/>
                  </a:moveTo>
                  <a:cubicBezTo>
                    <a:pt x="977647" y="502793"/>
                    <a:pt x="976885" y="518668"/>
                    <a:pt x="975234" y="534542"/>
                  </a:cubicBezTo>
                  <a:cubicBezTo>
                    <a:pt x="973583" y="550417"/>
                    <a:pt x="971297" y="566166"/>
                    <a:pt x="968249" y="581787"/>
                  </a:cubicBezTo>
                  <a:cubicBezTo>
                    <a:pt x="965201" y="597407"/>
                    <a:pt x="961264" y="612901"/>
                    <a:pt x="956565" y="628141"/>
                  </a:cubicBezTo>
                  <a:cubicBezTo>
                    <a:pt x="951866" y="643381"/>
                    <a:pt x="946532" y="658367"/>
                    <a:pt x="940436" y="673099"/>
                  </a:cubicBezTo>
                  <a:cubicBezTo>
                    <a:pt x="934340" y="687831"/>
                    <a:pt x="927482" y="702182"/>
                    <a:pt x="919862" y="716279"/>
                  </a:cubicBezTo>
                  <a:cubicBezTo>
                    <a:pt x="912242" y="730376"/>
                    <a:pt x="904114" y="743965"/>
                    <a:pt x="895224" y="757300"/>
                  </a:cubicBezTo>
                  <a:cubicBezTo>
                    <a:pt x="886334" y="770635"/>
                    <a:pt x="876809" y="783335"/>
                    <a:pt x="866649" y="795654"/>
                  </a:cubicBezTo>
                  <a:cubicBezTo>
                    <a:pt x="856489" y="807973"/>
                    <a:pt x="845694" y="819784"/>
                    <a:pt x="834391" y="831087"/>
                  </a:cubicBezTo>
                  <a:cubicBezTo>
                    <a:pt x="823088" y="842390"/>
                    <a:pt x="811277" y="853058"/>
                    <a:pt x="798831" y="863218"/>
                  </a:cubicBezTo>
                  <a:cubicBezTo>
                    <a:pt x="786385" y="873378"/>
                    <a:pt x="773558" y="882776"/>
                    <a:pt x="760350" y="891666"/>
                  </a:cubicBezTo>
                  <a:cubicBezTo>
                    <a:pt x="747142" y="900556"/>
                    <a:pt x="733299" y="908684"/>
                    <a:pt x="719202" y="916177"/>
                  </a:cubicBezTo>
                  <a:cubicBezTo>
                    <a:pt x="705105" y="923670"/>
                    <a:pt x="690627" y="930528"/>
                    <a:pt x="675895" y="936624"/>
                  </a:cubicBezTo>
                  <a:cubicBezTo>
                    <a:pt x="661163" y="942720"/>
                    <a:pt x="646050" y="948054"/>
                    <a:pt x="630683" y="952753"/>
                  </a:cubicBezTo>
                  <a:cubicBezTo>
                    <a:pt x="615316" y="957452"/>
                    <a:pt x="599822" y="961262"/>
                    <a:pt x="584201" y="964310"/>
                  </a:cubicBezTo>
                  <a:cubicBezTo>
                    <a:pt x="568580" y="967358"/>
                    <a:pt x="552705" y="969771"/>
                    <a:pt x="536703" y="971295"/>
                  </a:cubicBezTo>
                  <a:cubicBezTo>
                    <a:pt x="520701" y="972819"/>
                    <a:pt x="504826" y="973581"/>
                    <a:pt x="488824" y="973581"/>
                  </a:cubicBezTo>
                  <a:cubicBezTo>
                    <a:pt x="472822" y="973581"/>
                    <a:pt x="456820" y="972819"/>
                    <a:pt x="440945" y="971295"/>
                  </a:cubicBezTo>
                  <a:cubicBezTo>
                    <a:pt x="425070" y="969771"/>
                    <a:pt x="409195" y="967358"/>
                    <a:pt x="393447" y="964310"/>
                  </a:cubicBezTo>
                  <a:cubicBezTo>
                    <a:pt x="377699" y="961262"/>
                    <a:pt x="362205" y="957325"/>
                    <a:pt x="346965" y="952753"/>
                  </a:cubicBezTo>
                  <a:cubicBezTo>
                    <a:pt x="331725" y="948181"/>
                    <a:pt x="316612" y="942720"/>
                    <a:pt x="301753" y="936624"/>
                  </a:cubicBezTo>
                  <a:cubicBezTo>
                    <a:pt x="286894" y="930528"/>
                    <a:pt x="272542" y="923670"/>
                    <a:pt x="258445" y="916177"/>
                  </a:cubicBezTo>
                  <a:cubicBezTo>
                    <a:pt x="244348" y="908684"/>
                    <a:pt x="230632" y="900429"/>
                    <a:pt x="217297" y="891666"/>
                  </a:cubicBezTo>
                  <a:cubicBezTo>
                    <a:pt x="203962" y="882903"/>
                    <a:pt x="191135" y="873251"/>
                    <a:pt x="178816" y="863218"/>
                  </a:cubicBezTo>
                  <a:cubicBezTo>
                    <a:pt x="166497" y="853185"/>
                    <a:pt x="154559" y="842390"/>
                    <a:pt x="143256" y="831087"/>
                  </a:cubicBezTo>
                  <a:cubicBezTo>
                    <a:pt x="131953" y="819784"/>
                    <a:pt x="121158" y="807973"/>
                    <a:pt x="110998" y="795654"/>
                  </a:cubicBezTo>
                  <a:cubicBezTo>
                    <a:pt x="100838" y="783335"/>
                    <a:pt x="91313" y="770508"/>
                    <a:pt x="82423" y="757300"/>
                  </a:cubicBezTo>
                  <a:cubicBezTo>
                    <a:pt x="73533" y="744092"/>
                    <a:pt x="65278" y="730376"/>
                    <a:pt x="57785" y="716279"/>
                  </a:cubicBezTo>
                  <a:cubicBezTo>
                    <a:pt x="50292" y="702182"/>
                    <a:pt x="43434" y="687831"/>
                    <a:pt x="37211" y="673099"/>
                  </a:cubicBezTo>
                  <a:cubicBezTo>
                    <a:pt x="30988" y="658367"/>
                    <a:pt x="25654" y="643381"/>
                    <a:pt x="21082" y="628141"/>
                  </a:cubicBezTo>
                  <a:cubicBezTo>
                    <a:pt x="16510" y="612901"/>
                    <a:pt x="12573" y="597407"/>
                    <a:pt x="9398" y="581787"/>
                  </a:cubicBezTo>
                  <a:cubicBezTo>
                    <a:pt x="6223" y="566166"/>
                    <a:pt x="3937" y="550417"/>
                    <a:pt x="2413" y="534542"/>
                  </a:cubicBezTo>
                  <a:cubicBezTo>
                    <a:pt x="889" y="518668"/>
                    <a:pt x="0" y="502793"/>
                    <a:pt x="0" y="486791"/>
                  </a:cubicBezTo>
                  <a:cubicBezTo>
                    <a:pt x="0" y="470789"/>
                    <a:pt x="762" y="454914"/>
                    <a:pt x="2413" y="439039"/>
                  </a:cubicBezTo>
                  <a:cubicBezTo>
                    <a:pt x="4064" y="423164"/>
                    <a:pt x="6350" y="407416"/>
                    <a:pt x="9398" y="391795"/>
                  </a:cubicBezTo>
                  <a:cubicBezTo>
                    <a:pt x="12446" y="376174"/>
                    <a:pt x="16383" y="360680"/>
                    <a:pt x="21082" y="345440"/>
                  </a:cubicBezTo>
                  <a:cubicBezTo>
                    <a:pt x="25781" y="330200"/>
                    <a:pt x="31115" y="315214"/>
                    <a:pt x="37211" y="300482"/>
                  </a:cubicBezTo>
                  <a:cubicBezTo>
                    <a:pt x="43307" y="285750"/>
                    <a:pt x="50165" y="271399"/>
                    <a:pt x="57785" y="257302"/>
                  </a:cubicBezTo>
                  <a:cubicBezTo>
                    <a:pt x="65405" y="243205"/>
                    <a:pt x="73533" y="229616"/>
                    <a:pt x="82423" y="216281"/>
                  </a:cubicBezTo>
                  <a:cubicBezTo>
                    <a:pt x="91313" y="202946"/>
                    <a:pt x="100838" y="190246"/>
                    <a:pt x="110998" y="177927"/>
                  </a:cubicBezTo>
                  <a:cubicBezTo>
                    <a:pt x="121158" y="165608"/>
                    <a:pt x="131953" y="153797"/>
                    <a:pt x="143256" y="142494"/>
                  </a:cubicBezTo>
                  <a:cubicBezTo>
                    <a:pt x="154559" y="131191"/>
                    <a:pt x="166370" y="120523"/>
                    <a:pt x="178816" y="110363"/>
                  </a:cubicBezTo>
                  <a:cubicBezTo>
                    <a:pt x="191262" y="100203"/>
                    <a:pt x="204089" y="90805"/>
                    <a:pt x="217297" y="81915"/>
                  </a:cubicBezTo>
                  <a:cubicBezTo>
                    <a:pt x="230505" y="73025"/>
                    <a:pt x="244348" y="64897"/>
                    <a:pt x="258445" y="57404"/>
                  </a:cubicBezTo>
                  <a:cubicBezTo>
                    <a:pt x="272542" y="49911"/>
                    <a:pt x="287020" y="43053"/>
                    <a:pt x="301753" y="36957"/>
                  </a:cubicBezTo>
                  <a:cubicBezTo>
                    <a:pt x="316485" y="30861"/>
                    <a:pt x="331598" y="25527"/>
                    <a:pt x="346965" y="20828"/>
                  </a:cubicBezTo>
                  <a:cubicBezTo>
                    <a:pt x="362332" y="16129"/>
                    <a:pt x="377826" y="12319"/>
                    <a:pt x="393447" y="9271"/>
                  </a:cubicBezTo>
                  <a:cubicBezTo>
                    <a:pt x="409068" y="6223"/>
                    <a:pt x="424943" y="3810"/>
                    <a:pt x="440945" y="2286"/>
                  </a:cubicBezTo>
                  <a:cubicBezTo>
                    <a:pt x="456947" y="762"/>
                    <a:pt x="472822" y="0"/>
                    <a:pt x="488824" y="0"/>
                  </a:cubicBezTo>
                  <a:cubicBezTo>
                    <a:pt x="504826" y="0"/>
                    <a:pt x="520828" y="762"/>
                    <a:pt x="536703" y="2286"/>
                  </a:cubicBezTo>
                  <a:cubicBezTo>
                    <a:pt x="552578" y="3810"/>
                    <a:pt x="568453" y="6223"/>
                    <a:pt x="584201" y="9271"/>
                  </a:cubicBezTo>
                  <a:cubicBezTo>
                    <a:pt x="599949" y="12319"/>
                    <a:pt x="615443" y="16256"/>
                    <a:pt x="630683" y="20828"/>
                  </a:cubicBezTo>
                  <a:cubicBezTo>
                    <a:pt x="645923" y="25400"/>
                    <a:pt x="661036" y="30861"/>
                    <a:pt x="675895" y="36957"/>
                  </a:cubicBezTo>
                  <a:cubicBezTo>
                    <a:pt x="690754" y="43053"/>
                    <a:pt x="705105" y="49911"/>
                    <a:pt x="719202" y="57404"/>
                  </a:cubicBezTo>
                  <a:cubicBezTo>
                    <a:pt x="733299" y="64897"/>
                    <a:pt x="747015" y="73152"/>
                    <a:pt x="760350" y="81915"/>
                  </a:cubicBezTo>
                  <a:cubicBezTo>
                    <a:pt x="773685" y="90678"/>
                    <a:pt x="786512" y="100330"/>
                    <a:pt x="798831" y="110363"/>
                  </a:cubicBezTo>
                  <a:cubicBezTo>
                    <a:pt x="811150" y="120396"/>
                    <a:pt x="823088" y="131191"/>
                    <a:pt x="834391" y="142494"/>
                  </a:cubicBezTo>
                  <a:cubicBezTo>
                    <a:pt x="845694" y="153797"/>
                    <a:pt x="856489" y="165608"/>
                    <a:pt x="866649" y="177927"/>
                  </a:cubicBezTo>
                  <a:cubicBezTo>
                    <a:pt x="876809" y="190246"/>
                    <a:pt x="886334" y="203073"/>
                    <a:pt x="895224" y="216281"/>
                  </a:cubicBezTo>
                  <a:cubicBezTo>
                    <a:pt x="904114" y="229489"/>
                    <a:pt x="912369" y="243205"/>
                    <a:pt x="919862" y="257302"/>
                  </a:cubicBezTo>
                  <a:cubicBezTo>
                    <a:pt x="927355" y="271399"/>
                    <a:pt x="934213" y="285750"/>
                    <a:pt x="940436" y="300482"/>
                  </a:cubicBezTo>
                  <a:cubicBezTo>
                    <a:pt x="946659" y="315214"/>
                    <a:pt x="951993" y="330200"/>
                    <a:pt x="956565" y="345440"/>
                  </a:cubicBezTo>
                  <a:cubicBezTo>
                    <a:pt x="961137" y="360680"/>
                    <a:pt x="965074" y="376174"/>
                    <a:pt x="968249" y="391795"/>
                  </a:cubicBezTo>
                  <a:cubicBezTo>
                    <a:pt x="971424" y="407416"/>
                    <a:pt x="973710" y="423164"/>
                    <a:pt x="975234" y="439039"/>
                  </a:cubicBezTo>
                  <a:cubicBezTo>
                    <a:pt x="976758" y="454914"/>
                    <a:pt x="977647" y="470789"/>
                    <a:pt x="977647" y="486791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5913" y="68834"/>
              <a:ext cx="997967" cy="994282"/>
            </a:xfrm>
            <a:custGeom>
              <a:avLst/>
              <a:gdLst/>
              <a:ahLst/>
              <a:cxnLst/>
              <a:rect r="r" b="b" t="t" l="l"/>
              <a:pathLst>
                <a:path h="994282" w="997967">
                  <a:moveTo>
                    <a:pt x="498984" y="994282"/>
                  </a:moveTo>
                  <a:cubicBezTo>
                    <a:pt x="223774" y="994282"/>
                    <a:pt x="0" y="771143"/>
                    <a:pt x="0" y="497078"/>
                  </a:cubicBezTo>
                  <a:cubicBezTo>
                    <a:pt x="0" y="223012"/>
                    <a:pt x="223774" y="0"/>
                    <a:pt x="498984" y="0"/>
                  </a:cubicBezTo>
                  <a:cubicBezTo>
                    <a:pt x="774193" y="0"/>
                    <a:pt x="997967" y="223012"/>
                    <a:pt x="997967" y="497205"/>
                  </a:cubicBezTo>
                  <a:cubicBezTo>
                    <a:pt x="997967" y="771397"/>
                    <a:pt x="774066" y="994282"/>
                    <a:pt x="498984" y="994282"/>
                  </a:cubicBezTo>
                  <a:close/>
                  <a:moveTo>
                    <a:pt x="498984" y="20193"/>
                  </a:moveTo>
                  <a:cubicBezTo>
                    <a:pt x="235077" y="20193"/>
                    <a:pt x="20193" y="234061"/>
                    <a:pt x="20193" y="497205"/>
                  </a:cubicBezTo>
                  <a:cubicBezTo>
                    <a:pt x="20193" y="760349"/>
                    <a:pt x="235077" y="974089"/>
                    <a:pt x="498984" y="974089"/>
                  </a:cubicBezTo>
                  <a:cubicBezTo>
                    <a:pt x="762890" y="974089"/>
                    <a:pt x="977774" y="760094"/>
                    <a:pt x="977774" y="497078"/>
                  </a:cubicBezTo>
                  <a:cubicBezTo>
                    <a:pt x="977774" y="234061"/>
                    <a:pt x="762890" y="20193"/>
                    <a:pt x="498984" y="2019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1073024" y="73914"/>
              <a:ext cx="977647" cy="973581"/>
            </a:xfrm>
            <a:custGeom>
              <a:avLst/>
              <a:gdLst/>
              <a:ahLst/>
              <a:cxnLst/>
              <a:rect r="r" b="b" t="t" l="l"/>
              <a:pathLst>
                <a:path h="973581" w="977647">
                  <a:moveTo>
                    <a:pt x="977648" y="486791"/>
                  </a:moveTo>
                  <a:cubicBezTo>
                    <a:pt x="977648" y="502793"/>
                    <a:pt x="976886" y="518668"/>
                    <a:pt x="975235" y="534543"/>
                  </a:cubicBezTo>
                  <a:cubicBezTo>
                    <a:pt x="973584" y="550418"/>
                    <a:pt x="971298" y="566166"/>
                    <a:pt x="968250" y="581787"/>
                  </a:cubicBezTo>
                  <a:cubicBezTo>
                    <a:pt x="965202" y="597407"/>
                    <a:pt x="961265" y="612901"/>
                    <a:pt x="956566" y="628142"/>
                  </a:cubicBezTo>
                  <a:cubicBezTo>
                    <a:pt x="951867" y="643382"/>
                    <a:pt x="946533" y="658368"/>
                    <a:pt x="940437" y="673099"/>
                  </a:cubicBezTo>
                  <a:cubicBezTo>
                    <a:pt x="934341" y="687831"/>
                    <a:pt x="927483" y="702182"/>
                    <a:pt x="919863" y="716279"/>
                  </a:cubicBezTo>
                  <a:cubicBezTo>
                    <a:pt x="912243" y="730376"/>
                    <a:pt x="904115" y="743965"/>
                    <a:pt x="895225" y="757300"/>
                  </a:cubicBezTo>
                  <a:cubicBezTo>
                    <a:pt x="886335" y="770635"/>
                    <a:pt x="876810" y="783335"/>
                    <a:pt x="866649" y="795654"/>
                  </a:cubicBezTo>
                  <a:cubicBezTo>
                    <a:pt x="856490" y="807973"/>
                    <a:pt x="845695" y="819784"/>
                    <a:pt x="834392" y="831087"/>
                  </a:cubicBezTo>
                  <a:cubicBezTo>
                    <a:pt x="823089" y="842390"/>
                    <a:pt x="811277" y="853058"/>
                    <a:pt x="798832" y="863218"/>
                  </a:cubicBezTo>
                  <a:cubicBezTo>
                    <a:pt x="786386" y="873378"/>
                    <a:pt x="773559" y="882776"/>
                    <a:pt x="760351" y="891666"/>
                  </a:cubicBezTo>
                  <a:cubicBezTo>
                    <a:pt x="747142" y="900556"/>
                    <a:pt x="733299" y="908684"/>
                    <a:pt x="719202" y="916177"/>
                  </a:cubicBezTo>
                  <a:cubicBezTo>
                    <a:pt x="705105" y="923670"/>
                    <a:pt x="690627" y="930528"/>
                    <a:pt x="675895" y="936624"/>
                  </a:cubicBezTo>
                  <a:cubicBezTo>
                    <a:pt x="661163" y="942720"/>
                    <a:pt x="646050" y="948054"/>
                    <a:pt x="630683" y="952753"/>
                  </a:cubicBezTo>
                  <a:cubicBezTo>
                    <a:pt x="615316" y="957452"/>
                    <a:pt x="599822" y="961262"/>
                    <a:pt x="584201" y="964310"/>
                  </a:cubicBezTo>
                  <a:cubicBezTo>
                    <a:pt x="568580" y="967358"/>
                    <a:pt x="552705" y="969771"/>
                    <a:pt x="536703" y="971295"/>
                  </a:cubicBezTo>
                  <a:cubicBezTo>
                    <a:pt x="520701" y="972819"/>
                    <a:pt x="504826" y="973581"/>
                    <a:pt x="488824" y="973581"/>
                  </a:cubicBezTo>
                  <a:cubicBezTo>
                    <a:pt x="472822" y="973581"/>
                    <a:pt x="456820" y="972819"/>
                    <a:pt x="440945" y="971295"/>
                  </a:cubicBezTo>
                  <a:cubicBezTo>
                    <a:pt x="425070" y="969771"/>
                    <a:pt x="409195" y="967358"/>
                    <a:pt x="393447" y="964310"/>
                  </a:cubicBezTo>
                  <a:cubicBezTo>
                    <a:pt x="377699" y="961262"/>
                    <a:pt x="362205" y="957325"/>
                    <a:pt x="346965" y="952753"/>
                  </a:cubicBezTo>
                  <a:cubicBezTo>
                    <a:pt x="331725" y="948181"/>
                    <a:pt x="316612" y="942720"/>
                    <a:pt x="301753" y="936624"/>
                  </a:cubicBezTo>
                  <a:cubicBezTo>
                    <a:pt x="286894" y="930528"/>
                    <a:pt x="272543" y="923670"/>
                    <a:pt x="258446" y="916177"/>
                  </a:cubicBezTo>
                  <a:cubicBezTo>
                    <a:pt x="244349" y="908684"/>
                    <a:pt x="230633" y="900429"/>
                    <a:pt x="217298" y="891666"/>
                  </a:cubicBezTo>
                  <a:cubicBezTo>
                    <a:pt x="203963" y="882903"/>
                    <a:pt x="191136" y="873251"/>
                    <a:pt x="178817" y="863218"/>
                  </a:cubicBezTo>
                  <a:cubicBezTo>
                    <a:pt x="166498" y="853185"/>
                    <a:pt x="154560" y="842390"/>
                    <a:pt x="143257" y="831087"/>
                  </a:cubicBezTo>
                  <a:cubicBezTo>
                    <a:pt x="131954" y="819784"/>
                    <a:pt x="121159" y="807973"/>
                    <a:pt x="110999" y="795654"/>
                  </a:cubicBezTo>
                  <a:cubicBezTo>
                    <a:pt x="100839" y="783335"/>
                    <a:pt x="91314" y="770508"/>
                    <a:pt x="82424" y="757300"/>
                  </a:cubicBezTo>
                  <a:cubicBezTo>
                    <a:pt x="73534" y="744092"/>
                    <a:pt x="65279" y="730376"/>
                    <a:pt x="57785" y="716279"/>
                  </a:cubicBezTo>
                  <a:cubicBezTo>
                    <a:pt x="50293" y="702182"/>
                    <a:pt x="43434" y="687831"/>
                    <a:pt x="37211" y="673099"/>
                  </a:cubicBezTo>
                  <a:cubicBezTo>
                    <a:pt x="30988" y="658367"/>
                    <a:pt x="25654" y="643382"/>
                    <a:pt x="21082" y="628142"/>
                  </a:cubicBezTo>
                  <a:cubicBezTo>
                    <a:pt x="16510" y="612901"/>
                    <a:pt x="12573" y="597407"/>
                    <a:pt x="9398" y="581787"/>
                  </a:cubicBezTo>
                  <a:cubicBezTo>
                    <a:pt x="6223" y="566166"/>
                    <a:pt x="3937" y="550418"/>
                    <a:pt x="2413" y="534543"/>
                  </a:cubicBezTo>
                  <a:cubicBezTo>
                    <a:pt x="889" y="518668"/>
                    <a:pt x="0" y="502793"/>
                    <a:pt x="0" y="486791"/>
                  </a:cubicBezTo>
                  <a:cubicBezTo>
                    <a:pt x="0" y="470789"/>
                    <a:pt x="762" y="454914"/>
                    <a:pt x="2413" y="439039"/>
                  </a:cubicBezTo>
                  <a:cubicBezTo>
                    <a:pt x="4064" y="423164"/>
                    <a:pt x="6350" y="407416"/>
                    <a:pt x="9398" y="391795"/>
                  </a:cubicBezTo>
                  <a:cubicBezTo>
                    <a:pt x="12446" y="376174"/>
                    <a:pt x="16383" y="360680"/>
                    <a:pt x="21082" y="345440"/>
                  </a:cubicBezTo>
                  <a:cubicBezTo>
                    <a:pt x="25782" y="330200"/>
                    <a:pt x="31115" y="315214"/>
                    <a:pt x="37211" y="300482"/>
                  </a:cubicBezTo>
                  <a:cubicBezTo>
                    <a:pt x="43307" y="285750"/>
                    <a:pt x="50165" y="271399"/>
                    <a:pt x="57785" y="257302"/>
                  </a:cubicBezTo>
                  <a:cubicBezTo>
                    <a:pt x="65406" y="243205"/>
                    <a:pt x="73534" y="229616"/>
                    <a:pt x="82424" y="216281"/>
                  </a:cubicBezTo>
                  <a:cubicBezTo>
                    <a:pt x="91314" y="202946"/>
                    <a:pt x="100839" y="190246"/>
                    <a:pt x="110999" y="177927"/>
                  </a:cubicBezTo>
                  <a:cubicBezTo>
                    <a:pt x="121159" y="165608"/>
                    <a:pt x="131954" y="153797"/>
                    <a:pt x="143257" y="142494"/>
                  </a:cubicBezTo>
                  <a:cubicBezTo>
                    <a:pt x="154560" y="131191"/>
                    <a:pt x="166371" y="120523"/>
                    <a:pt x="178817" y="110363"/>
                  </a:cubicBezTo>
                  <a:cubicBezTo>
                    <a:pt x="191263" y="100203"/>
                    <a:pt x="204090" y="90805"/>
                    <a:pt x="217298" y="81915"/>
                  </a:cubicBezTo>
                  <a:cubicBezTo>
                    <a:pt x="230506" y="73025"/>
                    <a:pt x="244349" y="64897"/>
                    <a:pt x="258446" y="57404"/>
                  </a:cubicBezTo>
                  <a:cubicBezTo>
                    <a:pt x="272543" y="49911"/>
                    <a:pt x="287021" y="43053"/>
                    <a:pt x="301753" y="36957"/>
                  </a:cubicBezTo>
                  <a:cubicBezTo>
                    <a:pt x="316485" y="30861"/>
                    <a:pt x="331598" y="25527"/>
                    <a:pt x="346965" y="20828"/>
                  </a:cubicBezTo>
                  <a:cubicBezTo>
                    <a:pt x="362332" y="16129"/>
                    <a:pt x="377826" y="12319"/>
                    <a:pt x="393447" y="9271"/>
                  </a:cubicBezTo>
                  <a:cubicBezTo>
                    <a:pt x="409068" y="6223"/>
                    <a:pt x="424943" y="3810"/>
                    <a:pt x="440945" y="2286"/>
                  </a:cubicBezTo>
                  <a:cubicBezTo>
                    <a:pt x="456947" y="762"/>
                    <a:pt x="472822" y="0"/>
                    <a:pt x="488824" y="0"/>
                  </a:cubicBezTo>
                  <a:cubicBezTo>
                    <a:pt x="504826" y="0"/>
                    <a:pt x="520828" y="762"/>
                    <a:pt x="536703" y="2286"/>
                  </a:cubicBezTo>
                  <a:cubicBezTo>
                    <a:pt x="552578" y="3810"/>
                    <a:pt x="568453" y="6223"/>
                    <a:pt x="584201" y="9271"/>
                  </a:cubicBezTo>
                  <a:cubicBezTo>
                    <a:pt x="599949" y="12319"/>
                    <a:pt x="615443" y="16256"/>
                    <a:pt x="630683" y="20828"/>
                  </a:cubicBezTo>
                  <a:cubicBezTo>
                    <a:pt x="645923" y="25400"/>
                    <a:pt x="661036" y="30861"/>
                    <a:pt x="675895" y="36957"/>
                  </a:cubicBezTo>
                  <a:cubicBezTo>
                    <a:pt x="690754" y="43053"/>
                    <a:pt x="705105" y="49911"/>
                    <a:pt x="719202" y="57404"/>
                  </a:cubicBezTo>
                  <a:cubicBezTo>
                    <a:pt x="733299" y="64897"/>
                    <a:pt x="747015" y="73152"/>
                    <a:pt x="760351" y="81915"/>
                  </a:cubicBezTo>
                  <a:cubicBezTo>
                    <a:pt x="773686" y="90678"/>
                    <a:pt x="786512" y="100330"/>
                    <a:pt x="798832" y="110363"/>
                  </a:cubicBezTo>
                  <a:cubicBezTo>
                    <a:pt x="811151" y="120396"/>
                    <a:pt x="823089" y="131191"/>
                    <a:pt x="834392" y="142494"/>
                  </a:cubicBezTo>
                  <a:cubicBezTo>
                    <a:pt x="845695" y="153797"/>
                    <a:pt x="856490" y="165608"/>
                    <a:pt x="866649" y="177927"/>
                  </a:cubicBezTo>
                  <a:cubicBezTo>
                    <a:pt x="876810" y="190246"/>
                    <a:pt x="886335" y="203073"/>
                    <a:pt x="895225" y="216281"/>
                  </a:cubicBezTo>
                  <a:cubicBezTo>
                    <a:pt x="904115" y="229489"/>
                    <a:pt x="912370" y="243205"/>
                    <a:pt x="919863" y="257302"/>
                  </a:cubicBezTo>
                  <a:cubicBezTo>
                    <a:pt x="927356" y="271399"/>
                    <a:pt x="934214" y="285750"/>
                    <a:pt x="940310" y="300482"/>
                  </a:cubicBezTo>
                  <a:cubicBezTo>
                    <a:pt x="946406" y="315214"/>
                    <a:pt x="951867" y="330200"/>
                    <a:pt x="956439" y="345440"/>
                  </a:cubicBezTo>
                  <a:cubicBezTo>
                    <a:pt x="961011" y="360680"/>
                    <a:pt x="964948" y="376174"/>
                    <a:pt x="968123" y="391795"/>
                  </a:cubicBezTo>
                  <a:cubicBezTo>
                    <a:pt x="971298" y="407416"/>
                    <a:pt x="973584" y="423164"/>
                    <a:pt x="975108" y="439039"/>
                  </a:cubicBezTo>
                  <a:cubicBezTo>
                    <a:pt x="976632" y="454914"/>
                    <a:pt x="977521" y="470789"/>
                    <a:pt x="977521" y="486791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062864" y="63500"/>
              <a:ext cx="997967" cy="994409"/>
            </a:xfrm>
            <a:custGeom>
              <a:avLst/>
              <a:gdLst/>
              <a:ahLst/>
              <a:cxnLst/>
              <a:rect r="r" b="b" t="t" l="l"/>
              <a:pathLst>
                <a:path h="994409" w="997967">
                  <a:moveTo>
                    <a:pt x="498984" y="994282"/>
                  </a:moveTo>
                  <a:cubicBezTo>
                    <a:pt x="223775" y="994282"/>
                    <a:pt x="0" y="771270"/>
                    <a:pt x="0" y="497078"/>
                  </a:cubicBezTo>
                  <a:cubicBezTo>
                    <a:pt x="0" y="222885"/>
                    <a:pt x="223902" y="0"/>
                    <a:pt x="498984" y="0"/>
                  </a:cubicBezTo>
                  <a:cubicBezTo>
                    <a:pt x="774067" y="0"/>
                    <a:pt x="997968" y="223012"/>
                    <a:pt x="997968" y="497205"/>
                  </a:cubicBezTo>
                  <a:cubicBezTo>
                    <a:pt x="997968" y="771397"/>
                    <a:pt x="774194" y="994409"/>
                    <a:pt x="498984" y="994409"/>
                  </a:cubicBezTo>
                  <a:close/>
                  <a:moveTo>
                    <a:pt x="498984" y="20320"/>
                  </a:moveTo>
                  <a:cubicBezTo>
                    <a:pt x="235078" y="20320"/>
                    <a:pt x="20194" y="234315"/>
                    <a:pt x="20194" y="497332"/>
                  </a:cubicBezTo>
                  <a:cubicBezTo>
                    <a:pt x="20194" y="760349"/>
                    <a:pt x="235078" y="974089"/>
                    <a:pt x="498984" y="974089"/>
                  </a:cubicBezTo>
                  <a:cubicBezTo>
                    <a:pt x="762891" y="974089"/>
                    <a:pt x="977775" y="760094"/>
                    <a:pt x="977775" y="497078"/>
                  </a:cubicBezTo>
                  <a:cubicBezTo>
                    <a:pt x="977775" y="234061"/>
                    <a:pt x="763017" y="20066"/>
                    <a:pt x="498984" y="2006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677546" y="540385"/>
              <a:ext cx="127508" cy="265430"/>
            </a:xfrm>
            <a:custGeom>
              <a:avLst/>
              <a:gdLst/>
              <a:ahLst/>
              <a:cxnLst/>
              <a:rect r="r" b="b" t="t" l="l"/>
              <a:pathLst>
                <a:path h="265430" w="127508">
                  <a:moveTo>
                    <a:pt x="0" y="0"/>
                  </a:moveTo>
                  <a:lnTo>
                    <a:pt x="127508" y="0"/>
                  </a:lnTo>
                  <a:lnTo>
                    <a:pt x="127508" y="265429"/>
                  </a:lnTo>
                  <a:lnTo>
                    <a:pt x="0" y="2654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324612" y="326136"/>
              <a:ext cx="266446" cy="127000"/>
            </a:xfrm>
            <a:custGeom>
              <a:avLst/>
              <a:gdLst/>
              <a:ahLst/>
              <a:cxnLst/>
              <a:rect r="r" b="b" t="t" l="l"/>
              <a:pathLst>
                <a:path h="127000" w="266446">
                  <a:moveTo>
                    <a:pt x="266447" y="0"/>
                  </a:moveTo>
                  <a:lnTo>
                    <a:pt x="266447" y="127000"/>
                  </a:lnTo>
                  <a:lnTo>
                    <a:pt x="0" y="127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335661" y="453009"/>
              <a:ext cx="342011" cy="340614"/>
            </a:xfrm>
            <a:custGeom>
              <a:avLst/>
              <a:gdLst/>
              <a:ahLst/>
              <a:cxnLst/>
              <a:rect r="r" b="b" t="t" l="l"/>
              <a:pathLst>
                <a:path h="340614" w="342011">
                  <a:moveTo>
                    <a:pt x="251842" y="0"/>
                  </a:moveTo>
                  <a:lnTo>
                    <a:pt x="342012" y="89789"/>
                  </a:lnTo>
                  <a:lnTo>
                    <a:pt x="90171" y="340613"/>
                  </a:lnTo>
                  <a:lnTo>
                    <a:pt x="0" y="2508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1326898" y="322580"/>
              <a:ext cx="469901" cy="475869"/>
            </a:xfrm>
            <a:custGeom>
              <a:avLst/>
              <a:gdLst/>
              <a:ahLst/>
              <a:cxnLst/>
              <a:rect r="r" b="b" t="t" l="l"/>
              <a:pathLst>
                <a:path h="475869" w="469901">
                  <a:moveTo>
                    <a:pt x="0" y="127"/>
                  </a:moveTo>
                  <a:lnTo>
                    <a:pt x="0" y="136652"/>
                  </a:lnTo>
                  <a:lnTo>
                    <a:pt x="245491" y="136652"/>
                  </a:lnTo>
                  <a:lnTo>
                    <a:pt x="0" y="381126"/>
                  </a:lnTo>
                  <a:lnTo>
                    <a:pt x="95123" y="475868"/>
                  </a:lnTo>
                  <a:lnTo>
                    <a:pt x="469900" y="102362"/>
                  </a:lnTo>
                  <a:lnTo>
                    <a:pt x="38239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1667512" y="553974"/>
              <a:ext cx="129413" cy="244602"/>
            </a:xfrm>
            <a:custGeom>
              <a:avLst/>
              <a:gdLst/>
              <a:ahLst/>
              <a:cxnLst/>
              <a:rect r="r" b="b" t="t" l="l"/>
              <a:pathLst>
                <a:path h="244602" w="129413">
                  <a:moveTo>
                    <a:pt x="0" y="0"/>
                  </a:moveTo>
                  <a:lnTo>
                    <a:pt x="0" y="244601"/>
                  </a:lnTo>
                  <a:lnTo>
                    <a:pt x="129413" y="244601"/>
                  </a:lnTo>
                  <a:lnTo>
                    <a:pt x="129413" y="10617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63500" y="63500"/>
              <a:ext cx="1998983" cy="1003172"/>
            </a:xfrm>
            <a:custGeom>
              <a:avLst/>
              <a:gdLst/>
              <a:ahLst/>
              <a:cxnLst/>
              <a:rect r="r" b="b" t="t" l="l"/>
              <a:pathLst>
                <a:path h="1003172" w="1998983">
                  <a:moveTo>
                    <a:pt x="0" y="1003172"/>
                  </a:moveTo>
                  <a:lnTo>
                    <a:pt x="1998983" y="1003172"/>
                  </a:lnTo>
                  <a:lnTo>
                    <a:pt x="19989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0294334" y="4176074"/>
            <a:ext cx="7028459" cy="1934861"/>
            <a:chOff x="0" y="0"/>
            <a:chExt cx="7028459" cy="1934858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63500" y="63500"/>
              <a:ext cx="6899527" cy="1807845"/>
            </a:xfrm>
            <a:custGeom>
              <a:avLst/>
              <a:gdLst/>
              <a:ahLst/>
              <a:cxnLst/>
              <a:rect r="r" b="b" t="t" l="l"/>
              <a:pathLst>
                <a:path h="1807845" w="6899527">
                  <a:moveTo>
                    <a:pt x="0" y="0"/>
                  </a:moveTo>
                  <a:lnTo>
                    <a:pt x="0" y="1807845"/>
                  </a:lnTo>
                  <a:lnTo>
                    <a:pt x="6899527" y="1807845"/>
                  </a:lnTo>
                  <a:lnTo>
                    <a:pt x="6899527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598424" y="68808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598424" y="112623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63500" y="63500"/>
              <a:ext cx="6901431" cy="1807845"/>
            </a:xfrm>
            <a:custGeom>
              <a:avLst/>
              <a:gdLst/>
              <a:ahLst/>
              <a:cxnLst/>
              <a:rect r="r" b="b" t="t" l="l"/>
              <a:pathLst>
                <a:path h="1807845" w="6901431">
                  <a:moveTo>
                    <a:pt x="0" y="1807845"/>
                  </a:moveTo>
                  <a:lnTo>
                    <a:pt x="6901431" y="1807845"/>
                  </a:lnTo>
                  <a:lnTo>
                    <a:pt x="69014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0" id="30"/>
          <p:cNvGrpSpPr/>
          <p:nvPr/>
        </p:nvGrpSpPr>
        <p:grpSpPr>
          <a:xfrm rot="0">
            <a:off x="15758903" y="965197"/>
            <a:ext cx="1565272" cy="861127"/>
            <a:chOff x="0" y="0"/>
            <a:chExt cx="1565275" cy="861124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70866" y="71501"/>
              <a:ext cx="1423672" cy="717294"/>
            </a:xfrm>
            <a:custGeom>
              <a:avLst/>
              <a:gdLst/>
              <a:ahLst/>
              <a:cxnLst/>
              <a:rect r="r" b="b" t="t" l="l"/>
              <a:pathLst>
                <a:path h="717294" w="1423672">
                  <a:moveTo>
                    <a:pt x="1408557" y="717294"/>
                  </a:moveTo>
                  <a:lnTo>
                    <a:pt x="15240" y="717294"/>
                  </a:lnTo>
                  <a:cubicBezTo>
                    <a:pt x="6858" y="717294"/>
                    <a:pt x="0" y="710436"/>
                    <a:pt x="0" y="702054"/>
                  </a:cubicBezTo>
                  <a:lnTo>
                    <a:pt x="0" y="15240"/>
                  </a:lnTo>
                  <a:cubicBezTo>
                    <a:pt x="0" y="6858"/>
                    <a:pt x="6858" y="0"/>
                    <a:pt x="15240" y="0"/>
                  </a:cubicBezTo>
                  <a:lnTo>
                    <a:pt x="1408430" y="0"/>
                  </a:lnTo>
                  <a:cubicBezTo>
                    <a:pt x="1416939" y="0"/>
                    <a:pt x="1423670" y="6858"/>
                    <a:pt x="1423670" y="15240"/>
                  </a:cubicBezTo>
                  <a:lnTo>
                    <a:pt x="1423670" y="702054"/>
                  </a:lnTo>
                  <a:cubicBezTo>
                    <a:pt x="1423797" y="710436"/>
                    <a:pt x="1416939" y="717294"/>
                    <a:pt x="1408557" y="717294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3500" y="64135"/>
              <a:ext cx="1438148" cy="732153"/>
            </a:xfrm>
            <a:custGeom>
              <a:avLst/>
              <a:gdLst/>
              <a:ahLst/>
              <a:cxnLst/>
              <a:rect r="r" b="b" t="t" l="l"/>
              <a:pathLst>
                <a:path h="732153" w="1438148">
                  <a:moveTo>
                    <a:pt x="1415923" y="14732"/>
                  </a:moveTo>
                  <a:cubicBezTo>
                    <a:pt x="1420368" y="14732"/>
                    <a:pt x="1423924" y="18288"/>
                    <a:pt x="1423924" y="22606"/>
                  </a:cubicBezTo>
                  <a:lnTo>
                    <a:pt x="1423924" y="709420"/>
                  </a:lnTo>
                  <a:cubicBezTo>
                    <a:pt x="1423924" y="713738"/>
                    <a:pt x="1420368" y="717294"/>
                    <a:pt x="1415923" y="717294"/>
                  </a:cubicBezTo>
                  <a:lnTo>
                    <a:pt x="22606" y="717294"/>
                  </a:lnTo>
                  <a:cubicBezTo>
                    <a:pt x="18161" y="717294"/>
                    <a:pt x="14605" y="713738"/>
                    <a:pt x="14605" y="709420"/>
                  </a:cubicBezTo>
                  <a:lnTo>
                    <a:pt x="14605" y="22606"/>
                  </a:lnTo>
                  <a:cubicBezTo>
                    <a:pt x="14605" y="18288"/>
                    <a:pt x="18161" y="14732"/>
                    <a:pt x="22606" y="14732"/>
                  </a:cubicBezTo>
                  <a:close/>
                  <a:moveTo>
                    <a:pt x="22606" y="0"/>
                  </a:moveTo>
                  <a:cubicBezTo>
                    <a:pt x="10160" y="0"/>
                    <a:pt x="0" y="10160"/>
                    <a:pt x="0" y="22606"/>
                  </a:cubicBezTo>
                  <a:lnTo>
                    <a:pt x="0" y="709547"/>
                  </a:lnTo>
                  <a:cubicBezTo>
                    <a:pt x="0" y="721993"/>
                    <a:pt x="10160" y="732153"/>
                    <a:pt x="22606" y="732153"/>
                  </a:cubicBezTo>
                  <a:lnTo>
                    <a:pt x="1415796" y="732153"/>
                  </a:lnTo>
                  <a:cubicBezTo>
                    <a:pt x="1426972" y="732153"/>
                    <a:pt x="1436370" y="723898"/>
                    <a:pt x="1438148" y="713103"/>
                  </a:cubicBezTo>
                  <a:lnTo>
                    <a:pt x="1438148" y="18923"/>
                  </a:lnTo>
                  <a:cubicBezTo>
                    <a:pt x="1436370" y="8255"/>
                    <a:pt x="1427099" y="0"/>
                    <a:pt x="141579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173663" y="108054"/>
              <a:ext cx="297834" cy="319427"/>
            </a:xfrm>
            <a:custGeom>
              <a:avLst/>
              <a:gdLst/>
              <a:ahLst/>
              <a:cxnLst/>
              <a:rect r="r" b="b" t="t" l="l"/>
              <a:pathLst>
                <a:path h="319427" w="297834">
                  <a:moveTo>
                    <a:pt x="261185" y="319427"/>
                  </a:moveTo>
                  <a:cubicBezTo>
                    <a:pt x="251152" y="319427"/>
                    <a:pt x="241246" y="315363"/>
                    <a:pt x="234007" y="307489"/>
                  </a:cubicBezTo>
                  <a:lnTo>
                    <a:pt x="9598" y="61364"/>
                  </a:lnTo>
                  <a:cubicBezTo>
                    <a:pt x="-4118" y="46378"/>
                    <a:pt x="-2975" y="23137"/>
                    <a:pt x="12011" y="9548"/>
                  </a:cubicBezTo>
                  <a:cubicBezTo>
                    <a:pt x="26997" y="-4041"/>
                    <a:pt x="50238" y="-3025"/>
                    <a:pt x="63954" y="11961"/>
                  </a:cubicBezTo>
                  <a:lnTo>
                    <a:pt x="288236" y="258086"/>
                  </a:lnTo>
                  <a:cubicBezTo>
                    <a:pt x="301952" y="273072"/>
                    <a:pt x="300809" y="296313"/>
                    <a:pt x="285823" y="309902"/>
                  </a:cubicBezTo>
                  <a:cubicBezTo>
                    <a:pt x="278838" y="316252"/>
                    <a:pt x="269948" y="319427"/>
                    <a:pt x="261185" y="31942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67942" y="434894"/>
              <a:ext cx="309531" cy="308562"/>
            </a:xfrm>
            <a:custGeom>
              <a:avLst/>
              <a:gdLst/>
              <a:ahLst/>
              <a:cxnLst/>
              <a:rect r="r" b="b" t="t" l="l"/>
              <a:pathLst>
                <a:path h="308562" w="309531">
                  <a:moveTo>
                    <a:pt x="36782" y="308562"/>
                  </a:moveTo>
                  <a:cubicBezTo>
                    <a:pt x="27384" y="308562"/>
                    <a:pt x="17986" y="305006"/>
                    <a:pt x="10747" y="297767"/>
                  </a:cubicBezTo>
                  <a:cubicBezTo>
                    <a:pt x="-3604" y="283416"/>
                    <a:pt x="-3604" y="260175"/>
                    <a:pt x="10874" y="245824"/>
                  </a:cubicBezTo>
                  <a:lnTo>
                    <a:pt x="246713" y="10748"/>
                  </a:lnTo>
                  <a:cubicBezTo>
                    <a:pt x="261064" y="-3603"/>
                    <a:pt x="284432" y="-3603"/>
                    <a:pt x="298783" y="10875"/>
                  </a:cubicBezTo>
                  <a:cubicBezTo>
                    <a:pt x="313134" y="25353"/>
                    <a:pt x="313134" y="48467"/>
                    <a:pt x="298656" y="62818"/>
                  </a:cubicBezTo>
                  <a:lnTo>
                    <a:pt x="62817" y="297767"/>
                  </a:lnTo>
                  <a:cubicBezTo>
                    <a:pt x="55578" y="304879"/>
                    <a:pt x="46307" y="308435"/>
                    <a:pt x="36909" y="308435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490782" y="111814"/>
              <a:ext cx="297834" cy="319604"/>
            </a:xfrm>
            <a:custGeom>
              <a:avLst/>
              <a:gdLst/>
              <a:ahLst/>
              <a:cxnLst/>
              <a:rect r="r" b="b" t="t" l="l"/>
              <a:pathLst>
                <a:path h="319604" w="297834">
                  <a:moveTo>
                    <a:pt x="36776" y="319604"/>
                  </a:moveTo>
                  <a:cubicBezTo>
                    <a:pt x="27886" y="319604"/>
                    <a:pt x="18996" y="316429"/>
                    <a:pt x="12011" y="310079"/>
                  </a:cubicBezTo>
                  <a:cubicBezTo>
                    <a:pt x="-2975" y="296363"/>
                    <a:pt x="-4118" y="273249"/>
                    <a:pt x="9598" y="258263"/>
                  </a:cubicBezTo>
                  <a:lnTo>
                    <a:pt x="233880" y="12011"/>
                  </a:lnTo>
                  <a:cubicBezTo>
                    <a:pt x="247596" y="-2975"/>
                    <a:pt x="270837" y="-4118"/>
                    <a:pt x="285823" y="9598"/>
                  </a:cubicBezTo>
                  <a:cubicBezTo>
                    <a:pt x="300809" y="23314"/>
                    <a:pt x="301952" y="46428"/>
                    <a:pt x="288236" y="61414"/>
                  </a:cubicBezTo>
                  <a:lnTo>
                    <a:pt x="63954" y="307539"/>
                  </a:lnTo>
                  <a:cubicBezTo>
                    <a:pt x="56715" y="315540"/>
                    <a:pt x="46682" y="319604"/>
                    <a:pt x="36776" y="319604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484981" y="438673"/>
              <a:ext cx="309436" cy="308593"/>
            </a:xfrm>
            <a:custGeom>
              <a:avLst/>
              <a:gdLst/>
              <a:ahLst/>
              <a:cxnLst/>
              <a:rect r="r" b="b" t="t" l="l"/>
              <a:pathLst>
                <a:path h="308593" w="309436">
                  <a:moveTo>
                    <a:pt x="272701" y="308593"/>
                  </a:moveTo>
                  <a:cubicBezTo>
                    <a:pt x="263303" y="308593"/>
                    <a:pt x="253905" y="305037"/>
                    <a:pt x="246793" y="297925"/>
                  </a:cubicBezTo>
                  <a:lnTo>
                    <a:pt x="10827" y="62722"/>
                  </a:lnTo>
                  <a:cubicBezTo>
                    <a:pt x="-3524" y="48371"/>
                    <a:pt x="-3651" y="25130"/>
                    <a:pt x="10700" y="10779"/>
                  </a:cubicBezTo>
                  <a:cubicBezTo>
                    <a:pt x="25051" y="-3572"/>
                    <a:pt x="48419" y="-3572"/>
                    <a:pt x="62770" y="10652"/>
                  </a:cubicBezTo>
                  <a:lnTo>
                    <a:pt x="298609" y="245855"/>
                  </a:lnTo>
                  <a:cubicBezTo>
                    <a:pt x="312960" y="260206"/>
                    <a:pt x="313087" y="283447"/>
                    <a:pt x="298736" y="297798"/>
                  </a:cubicBezTo>
                  <a:cubicBezTo>
                    <a:pt x="291497" y="305037"/>
                    <a:pt x="282099" y="308593"/>
                    <a:pt x="272701" y="308593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816029" y="108054"/>
              <a:ext cx="297961" cy="319427"/>
            </a:xfrm>
            <a:custGeom>
              <a:avLst/>
              <a:gdLst/>
              <a:ahLst/>
              <a:cxnLst/>
              <a:rect r="r" b="b" t="t" l="l"/>
              <a:pathLst>
                <a:path h="319427" w="297961">
                  <a:moveTo>
                    <a:pt x="261185" y="319427"/>
                  </a:moveTo>
                  <a:cubicBezTo>
                    <a:pt x="251152" y="319427"/>
                    <a:pt x="241246" y="315363"/>
                    <a:pt x="234007" y="307489"/>
                  </a:cubicBezTo>
                  <a:lnTo>
                    <a:pt x="9598" y="61364"/>
                  </a:lnTo>
                  <a:cubicBezTo>
                    <a:pt x="-4118" y="46378"/>
                    <a:pt x="-2975" y="23137"/>
                    <a:pt x="12011" y="9548"/>
                  </a:cubicBezTo>
                  <a:cubicBezTo>
                    <a:pt x="26997" y="-4041"/>
                    <a:pt x="50238" y="-3025"/>
                    <a:pt x="63954" y="11961"/>
                  </a:cubicBezTo>
                  <a:lnTo>
                    <a:pt x="288363" y="258086"/>
                  </a:lnTo>
                  <a:cubicBezTo>
                    <a:pt x="302079" y="273072"/>
                    <a:pt x="300936" y="296313"/>
                    <a:pt x="285950" y="309902"/>
                  </a:cubicBezTo>
                  <a:cubicBezTo>
                    <a:pt x="278965" y="316252"/>
                    <a:pt x="270075" y="319427"/>
                    <a:pt x="261185" y="31942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133148" y="111941"/>
              <a:ext cx="297834" cy="319477"/>
            </a:xfrm>
            <a:custGeom>
              <a:avLst/>
              <a:gdLst/>
              <a:ahLst/>
              <a:cxnLst/>
              <a:rect r="r" b="b" t="t" l="l"/>
              <a:pathLst>
                <a:path h="319477" w="297834">
                  <a:moveTo>
                    <a:pt x="36776" y="319477"/>
                  </a:moveTo>
                  <a:cubicBezTo>
                    <a:pt x="27886" y="319477"/>
                    <a:pt x="18996" y="316302"/>
                    <a:pt x="12011" y="309952"/>
                  </a:cubicBezTo>
                  <a:cubicBezTo>
                    <a:pt x="-2975" y="296236"/>
                    <a:pt x="-4118" y="273122"/>
                    <a:pt x="9598" y="258136"/>
                  </a:cubicBezTo>
                  <a:lnTo>
                    <a:pt x="233880" y="12011"/>
                  </a:lnTo>
                  <a:cubicBezTo>
                    <a:pt x="247596" y="-2975"/>
                    <a:pt x="270837" y="-4118"/>
                    <a:pt x="285823" y="9598"/>
                  </a:cubicBezTo>
                  <a:cubicBezTo>
                    <a:pt x="300809" y="23314"/>
                    <a:pt x="301952" y="46428"/>
                    <a:pt x="288236" y="61414"/>
                  </a:cubicBezTo>
                  <a:lnTo>
                    <a:pt x="63954" y="307539"/>
                  </a:lnTo>
                  <a:cubicBezTo>
                    <a:pt x="56715" y="315413"/>
                    <a:pt x="46682" y="319477"/>
                    <a:pt x="36776" y="319477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1127300" y="438673"/>
              <a:ext cx="309531" cy="308593"/>
            </a:xfrm>
            <a:custGeom>
              <a:avLst/>
              <a:gdLst/>
              <a:ahLst/>
              <a:cxnLst/>
              <a:rect r="r" b="b" t="t" l="l"/>
              <a:pathLst>
                <a:path h="308593" w="309531">
                  <a:moveTo>
                    <a:pt x="272748" y="308593"/>
                  </a:moveTo>
                  <a:cubicBezTo>
                    <a:pt x="263350" y="308593"/>
                    <a:pt x="253952" y="305037"/>
                    <a:pt x="246840" y="297925"/>
                  </a:cubicBezTo>
                  <a:lnTo>
                    <a:pt x="10874" y="62722"/>
                  </a:lnTo>
                  <a:cubicBezTo>
                    <a:pt x="-3604" y="48371"/>
                    <a:pt x="-3604" y="25130"/>
                    <a:pt x="10747" y="10779"/>
                  </a:cubicBezTo>
                  <a:cubicBezTo>
                    <a:pt x="25098" y="-3572"/>
                    <a:pt x="48466" y="-3572"/>
                    <a:pt x="62817" y="10652"/>
                  </a:cubicBezTo>
                  <a:lnTo>
                    <a:pt x="298656" y="245855"/>
                  </a:lnTo>
                  <a:cubicBezTo>
                    <a:pt x="313134" y="260206"/>
                    <a:pt x="313134" y="283447"/>
                    <a:pt x="298783" y="297798"/>
                  </a:cubicBezTo>
                  <a:cubicBezTo>
                    <a:pt x="291544" y="305037"/>
                    <a:pt x="282146" y="308593"/>
                    <a:pt x="272748" y="308593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3500" y="63500"/>
              <a:ext cx="1436878" cy="734185"/>
            </a:xfrm>
            <a:custGeom>
              <a:avLst/>
              <a:gdLst/>
              <a:ahLst/>
              <a:cxnLst/>
              <a:rect r="r" b="b" t="t" l="l"/>
              <a:pathLst>
                <a:path h="734185" w="1436878">
                  <a:moveTo>
                    <a:pt x="0" y="734185"/>
                  </a:moveTo>
                  <a:lnTo>
                    <a:pt x="1436878" y="734185"/>
                  </a:lnTo>
                  <a:lnTo>
                    <a:pt x="143687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028700" y="689781"/>
            <a:ext cx="8854278" cy="245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KEY MESSAGE</a:t>
            </a:r>
          </a:p>
        </p:txBody>
      </p:sp>
      <p:sp>
        <p:nvSpPr>
          <p:cNvPr name="TextBox 42" id="42"/>
          <p:cNvSpPr txBox="true"/>
          <p:nvPr/>
        </p:nvSpPr>
        <p:spPr>
          <a:xfrm rot="0">
            <a:off x="11146860" y="4667469"/>
            <a:ext cx="583130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Emphasize clarity and creativity Maintain consistent visual language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9073029" y="7521378"/>
            <a:ext cx="8160706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The studio aims to communicate creativity and clarity through every design element. Each output should reinforce the bold and professional identity of the studio while maintaining visual consistency.</a:t>
            </a:r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214285" y="500767"/>
            <a:ext cx="15859125" cy="8753475"/>
            <a:chOff x="0" y="0"/>
            <a:chExt cx="21145500" cy="116713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1145500" cy="11671300"/>
            </a:xfrm>
            <a:custGeom>
              <a:avLst/>
              <a:gdLst/>
              <a:ahLst/>
              <a:cxnLst/>
              <a:rect r="r" b="b" t="t" l="l"/>
              <a:pathLst>
                <a:path h="11671300" w="21145500">
                  <a:moveTo>
                    <a:pt x="0" y="0"/>
                  </a:moveTo>
                  <a:lnTo>
                    <a:pt x="21145500" y="0"/>
                  </a:lnTo>
                  <a:lnTo>
                    <a:pt x="21145500" y="11671300"/>
                  </a:lnTo>
                  <a:lnTo>
                    <a:pt x="0" y="11671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10747" r="0" b="-10798"/>
              </a:stretch>
            </a:blipFill>
          </p:spPr>
        </p:sp>
      </p:grp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384344" y="540325"/>
            <a:ext cx="7621457" cy="2580808"/>
            <a:chOff x="0" y="0"/>
            <a:chExt cx="7621460" cy="258081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7621398" cy="2580773"/>
            </a:xfrm>
            <a:custGeom>
              <a:avLst/>
              <a:gdLst/>
              <a:ahLst/>
              <a:cxnLst/>
              <a:rect r="r" b="b" t="t" l="l"/>
              <a:pathLst>
                <a:path h="2580773" w="7621398">
                  <a:moveTo>
                    <a:pt x="0" y="0"/>
                  </a:moveTo>
                  <a:lnTo>
                    <a:pt x="7621398" y="0"/>
                  </a:lnTo>
                  <a:lnTo>
                    <a:pt x="7621398" y="2580773"/>
                  </a:lnTo>
                  <a:lnTo>
                    <a:pt x="0" y="2580773"/>
                  </a:lnTo>
                  <a:close/>
                </a:path>
              </a:pathLst>
            </a:custGeom>
            <a:solidFill>
              <a:srgbClr val="F5E8C7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028700" y="2207466"/>
            <a:ext cx="4457700" cy="5514975"/>
            <a:chOff x="0" y="0"/>
            <a:chExt cx="5943600" cy="7353300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5943600" cy="7353300"/>
            </a:xfrm>
            <a:custGeom>
              <a:avLst/>
              <a:gdLst/>
              <a:ahLst/>
              <a:cxnLst/>
              <a:rect r="r" b="b" t="t" l="l"/>
              <a:pathLst>
                <a:path h="7353300" w="5943600">
                  <a:moveTo>
                    <a:pt x="0" y="0"/>
                  </a:moveTo>
                  <a:lnTo>
                    <a:pt x="5943600" y="0"/>
                  </a:lnTo>
                  <a:lnTo>
                    <a:pt x="5943600" y="7353300"/>
                  </a:lnTo>
                  <a:lnTo>
                    <a:pt x="0" y="73533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4848" r="0" b="-4823"/>
              </a:stretch>
            </a:blipFill>
          </p:spPr>
        </p:sp>
      </p:grpSp>
      <p:grpSp>
        <p:nvGrpSpPr>
          <p:cNvPr name="Group 6" id="6"/>
          <p:cNvGrpSpPr/>
          <p:nvPr/>
        </p:nvGrpSpPr>
        <p:grpSpPr>
          <a:xfrm rot="0">
            <a:off x="9384344" y="540325"/>
            <a:ext cx="7622096" cy="2580808"/>
            <a:chOff x="0" y="0"/>
            <a:chExt cx="7622096" cy="258081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7622036" cy="2580773"/>
            </a:xfrm>
            <a:custGeom>
              <a:avLst/>
              <a:gdLst/>
              <a:ahLst/>
              <a:cxnLst/>
              <a:rect r="r" b="b" t="t" l="l"/>
              <a:pathLst>
                <a:path h="2580773" w="7622036">
                  <a:moveTo>
                    <a:pt x="0" y="2580773"/>
                  </a:moveTo>
                  <a:lnTo>
                    <a:pt x="7622036" y="2580773"/>
                  </a:lnTo>
                  <a:lnTo>
                    <a:pt x="762203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8" id="8"/>
          <p:cNvSpPr txBox="true"/>
          <p:nvPr/>
        </p:nvSpPr>
        <p:spPr>
          <a:xfrm rot="0">
            <a:off x="798166" y="101613"/>
            <a:ext cx="7255459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84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1. MONOLITICA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153552" y="3785645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151712" y="3785645"/>
            <a:ext cx="5702113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FACILIDADE DE GERENCIAMENTO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6490135" y="4614739"/>
            <a:ext cx="4673394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SIMPLES DE IMPLEMENTAR,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228923" y="6485039"/>
            <a:ext cx="4224938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FALTA DE FLEXIBILIDADE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813966" y="7271175"/>
            <a:ext cx="559849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DIFICULDADE EM ESCALAR OU MODIFICAR PARTES ESPECÍFICAS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85667" y="8493547"/>
            <a:ext cx="6762874" cy="129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FFFFF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“GOD-CLASS”, OU “CLASSE-DEUS”, CONCEITO QUE REPRESENTA O CÓDIGO TODO EM UM ÚNICO ARQUIVO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9726549" y="939889"/>
            <a:ext cx="7060768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1E3A8A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 arquitetura monolítica foi a abordagem padrão, em que todas as funcionalidades do sistema eram integradas em um único bloco de código.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2572217"/>
            <a:ext cx="4418114" cy="5867400"/>
            <a:chOff x="0" y="0"/>
            <a:chExt cx="5890819" cy="7823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5890768" cy="7823200"/>
            </a:xfrm>
            <a:custGeom>
              <a:avLst/>
              <a:gdLst/>
              <a:ahLst/>
              <a:cxnLst/>
              <a:rect r="r" b="b" t="t" l="l"/>
              <a:pathLst>
                <a:path h="7823200" w="5890768">
                  <a:moveTo>
                    <a:pt x="0" y="0"/>
                  </a:moveTo>
                  <a:lnTo>
                    <a:pt x="5890768" y="0"/>
                  </a:lnTo>
                  <a:lnTo>
                    <a:pt x="5890768" y="7823200"/>
                  </a:lnTo>
                  <a:lnTo>
                    <a:pt x="0" y="7823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5639" t="0" r="0" b="0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0044" y="101613"/>
            <a:ext cx="10092880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 spc="63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2. MICROSSERVIÇOS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920565" y="7368807"/>
            <a:ext cx="6052785" cy="129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EXTREMAMENTE ÚTIL EM GRANDES SISTEMAS SISTEMAS DE STREAMING ONLINE OU PLATAFORMAS DE CRM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1407692" y="2524973"/>
            <a:ext cx="6152836" cy="129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SEGMENTA O SISTEMA EM SERVIÇOS INDEPENDENTES QUE SE COMUNICAM ENTRE SI.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260388" y="609991"/>
            <a:ext cx="6453645" cy="129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IDEAL PARA SISTEMAS QUE PRECISAM EVOLUIR RAPIDAMENTE POR NECESSIDADES DO MERCADO.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0193112" y="4612910"/>
            <a:ext cx="7891958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PERMITE UMA ESCALABILIDADE GRANULAR, (ONDE CADA SERVIÇO PODE SER DESENVOLVIDO, IMPLEMENTADO E ESCALADO DE FORMA INDEPENDENTE.)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733101" y="3824021"/>
            <a:ext cx="9277350" cy="3867150"/>
            <a:chOff x="0" y="0"/>
            <a:chExt cx="12369800" cy="51562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2369800" cy="5156200"/>
            </a:xfrm>
            <a:custGeom>
              <a:avLst/>
              <a:gdLst/>
              <a:ahLst/>
              <a:cxnLst/>
              <a:rect r="r" b="b" t="t" l="l"/>
              <a:pathLst>
                <a:path h="5156200" w="12369800">
                  <a:moveTo>
                    <a:pt x="0" y="0"/>
                  </a:moveTo>
                  <a:lnTo>
                    <a:pt x="12369800" y="0"/>
                  </a:lnTo>
                  <a:lnTo>
                    <a:pt x="12369800" y="5156200"/>
                  </a:lnTo>
                  <a:lnTo>
                    <a:pt x="0" y="51562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0" r="0" b="-738"/>
              </a:stretch>
            </a:blipFill>
          </p:spPr>
        </p:sp>
      </p:grpSp>
      <p:sp>
        <p:nvSpPr>
          <p:cNvPr name="TextBox 4" id="4"/>
          <p:cNvSpPr txBox="true"/>
          <p:nvPr/>
        </p:nvSpPr>
        <p:spPr>
          <a:xfrm rot="0">
            <a:off x="581692" y="102832"/>
            <a:ext cx="14375587" cy="19045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3. MODEL-VIEW-CONTROLLER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373324" y="2205552"/>
            <a:ext cx="5258829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SEPARA A APLICAÇÃO EM TRÊS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790313" y="2400719"/>
            <a:ext cx="3566655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MODELO:</a:t>
            </a:r>
            <a:r>
              <a:rPr lang="en-US" b="true" sz="24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CUIDA</a:t>
            </a:r>
            <a:r>
              <a:rPr lang="en-US" b="true" sz="24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DAS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12753851" y="2838869"/>
            <a:ext cx="3640807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REGRAS</a:t>
            </a:r>
            <a:r>
              <a:rPr lang="en-US" b="true" sz="24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DE</a:t>
            </a:r>
            <a:r>
              <a:rPr lang="en-US" b="true" sz="2499">
                <a:solidFill>
                  <a:srgbClr val="000000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NEGÓCIO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5657" y="8204140"/>
            <a:ext cx="16039700" cy="129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FACILITA A MANUTENÇÃO E EVOLUÇÃO DO SOFTWARE, PERMITINDO QUE CADA COMPONENTE SEJA DESENVOLVIDO DE FORMA INDEPENDENTE, MELHORANDO A MODULARIDADE E A REUTILIZAÇÃO DE CÓDIGO.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1069793" y="3893410"/>
            <a:ext cx="6254182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VISÃO: GERENCIA O QUE É MOSTRADO AO USUÁRIO, INTERFACE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0338711" y="5382482"/>
            <a:ext cx="7745273" cy="12968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CONTROLLER: LIDA COM A INTERAÇÃO ENTRE A VISÃO E O MODELO, RESPOSTAS A INTERAÇÃO DO USUARIO COM O SISTEMA.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81692" y="2221148"/>
            <a:ext cx="9757019" cy="5420566"/>
          </a:xfrm>
          <a:custGeom>
            <a:avLst/>
            <a:gdLst/>
            <a:ahLst/>
            <a:cxnLst/>
            <a:rect r="r" b="b" t="t" l="l"/>
            <a:pathLst>
              <a:path h="5420566" w="9757019">
                <a:moveTo>
                  <a:pt x="0" y="0"/>
                </a:moveTo>
                <a:lnTo>
                  <a:pt x="9757019" y="0"/>
                </a:lnTo>
                <a:lnTo>
                  <a:pt x="9757019" y="5420567"/>
                </a:lnTo>
                <a:lnTo>
                  <a:pt x="0" y="542056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5335250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4</a:t>
            </a:r>
            <a:r>
              <a:rPr lang="en-US" sz="1053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. Orientada a serviços (SOA)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962027" y="2591953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Similar a Microsserviços. Deu origem a esse subtipo. Porém com maior foco em serviços reutilizaveis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962027" y="4893331"/>
            <a:ext cx="6453645" cy="212408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principal diferença está em como os servços estãlo expostos e sonsumidos, por meio de um barramento de serviços, que facilita a integração de sistemas legados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1110575" y="2438819"/>
            <a:ext cx="8033425" cy="5900197"/>
          </a:xfrm>
          <a:custGeom>
            <a:avLst/>
            <a:gdLst/>
            <a:ahLst/>
            <a:cxnLst/>
            <a:rect r="r" b="b" t="t" l="l"/>
            <a:pathLst>
              <a:path h="5900197" w="8033425">
                <a:moveTo>
                  <a:pt x="0" y="0"/>
                </a:moveTo>
                <a:lnTo>
                  <a:pt x="8033425" y="0"/>
                </a:lnTo>
                <a:lnTo>
                  <a:pt x="8033425" y="5900197"/>
                </a:lnTo>
                <a:lnTo>
                  <a:pt x="0" y="590019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581692" y="102832"/>
            <a:ext cx="12708255" cy="18088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4750"/>
              </a:lnSpc>
            </a:pPr>
            <a:r>
              <a:rPr lang="en-US" sz="1053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5</a:t>
            </a:r>
            <a:r>
              <a:rPr lang="en-US" sz="10535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. Em camadas (Layers)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4358195" y="240071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101743" y="2838869"/>
            <a:ext cx="87106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 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0805655" y="2838869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Ogarnização em diferentes niveis, desde a interface de usuário até o back-end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0805655" y="5105400"/>
            <a:ext cx="6453645" cy="12668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A organização em camadas permite uma manutenção e atualização do sistema facilitada 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607782" y="4176074"/>
            <a:ext cx="7284301" cy="2353332"/>
            <a:chOff x="0" y="0"/>
            <a:chExt cx="7284301" cy="2353335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0"/>
                  </a:moveTo>
                  <a:lnTo>
                    <a:pt x="0" y="2226314"/>
                  </a:lnTo>
                  <a:lnTo>
                    <a:pt x="7157209" y="2226314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2226314"/>
                  </a:moveTo>
                  <a:lnTo>
                    <a:pt x="7157209" y="2226314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607782" y="6659575"/>
            <a:ext cx="7284301" cy="2353332"/>
            <a:chOff x="0" y="0"/>
            <a:chExt cx="7284301" cy="2353335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0"/>
                  </a:moveTo>
                  <a:lnTo>
                    <a:pt x="0" y="2226315"/>
                  </a:lnTo>
                  <a:lnTo>
                    <a:pt x="7157209" y="2226315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2226315"/>
                  </a:moveTo>
                  <a:lnTo>
                    <a:pt x="7157209" y="2226315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965197" y="965197"/>
            <a:ext cx="2467280" cy="850659"/>
            <a:chOff x="0" y="0"/>
            <a:chExt cx="2467280" cy="850659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69977" y="63500"/>
              <a:ext cx="648970" cy="723648"/>
            </a:xfrm>
            <a:custGeom>
              <a:avLst/>
              <a:gdLst/>
              <a:ahLst/>
              <a:cxnLst/>
              <a:rect r="r" b="b" t="t" l="l"/>
              <a:pathLst>
                <a:path h="723648" w="648970">
                  <a:moveTo>
                    <a:pt x="617474" y="581916"/>
                  </a:moveTo>
                  <a:cubicBezTo>
                    <a:pt x="555625" y="653671"/>
                    <a:pt x="464058" y="699264"/>
                    <a:pt x="361950" y="699264"/>
                  </a:cubicBezTo>
                  <a:cubicBezTo>
                    <a:pt x="175768" y="699264"/>
                    <a:pt x="24384" y="547879"/>
                    <a:pt x="24384" y="361824"/>
                  </a:cubicBezTo>
                  <a:cubicBezTo>
                    <a:pt x="24384" y="175769"/>
                    <a:pt x="175895" y="24384"/>
                    <a:pt x="361950" y="24384"/>
                  </a:cubicBezTo>
                  <a:cubicBezTo>
                    <a:pt x="464058" y="24384"/>
                    <a:pt x="555625" y="69977"/>
                    <a:pt x="617474" y="141733"/>
                  </a:cubicBezTo>
                  <a:cubicBezTo>
                    <a:pt x="623062" y="148083"/>
                    <a:pt x="628269" y="154560"/>
                    <a:pt x="633222" y="161291"/>
                  </a:cubicBezTo>
                  <a:cubicBezTo>
                    <a:pt x="638175" y="154560"/>
                    <a:pt x="643382" y="148083"/>
                    <a:pt x="648970" y="141733"/>
                  </a:cubicBezTo>
                  <a:cubicBezTo>
                    <a:pt x="644144" y="135255"/>
                    <a:pt x="638810" y="128905"/>
                    <a:pt x="633222" y="122682"/>
                  </a:cubicBezTo>
                  <a:cubicBezTo>
                    <a:pt x="567055" y="47498"/>
                    <a:pt x="469900" y="0"/>
                    <a:pt x="361950" y="0"/>
                  </a:cubicBezTo>
                  <a:cubicBezTo>
                    <a:pt x="162433" y="0"/>
                    <a:pt x="0" y="162307"/>
                    <a:pt x="0" y="361824"/>
                  </a:cubicBezTo>
                  <a:cubicBezTo>
                    <a:pt x="0" y="561342"/>
                    <a:pt x="162433" y="723648"/>
                    <a:pt x="361950" y="723648"/>
                  </a:cubicBezTo>
                  <a:cubicBezTo>
                    <a:pt x="469900" y="723648"/>
                    <a:pt x="567055" y="676150"/>
                    <a:pt x="633222" y="600966"/>
                  </a:cubicBezTo>
                  <a:cubicBezTo>
                    <a:pt x="638810" y="594743"/>
                    <a:pt x="644144" y="588393"/>
                    <a:pt x="648970" y="581916"/>
                  </a:cubicBezTo>
                  <a:cubicBezTo>
                    <a:pt x="643382" y="575566"/>
                    <a:pt x="638175" y="569089"/>
                    <a:pt x="633222" y="562358"/>
                  </a:cubicBezTo>
                  <a:cubicBezTo>
                    <a:pt x="628269" y="569089"/>
                    <a:pt x="623062" y="575566"/>
                    <a:pt x="617474" y="58191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87451" y="63500"/>
              <a:ext cx="568452" cy="723648"/>
            </a:xfrm>
            <a:custGeom>
              <a:avLst/>
              <a:gdLst/>
              <a:ahLst/>
              <a:cxnLst/>
              <a:rect r="r" b="b" t="t" l="l"/>
              <a:pathLst>
                <a:path h="723648" w="568452">
                  <a:moveTo>
                    <a:pt x="552323" y="570105"/>
                  </a:moveTo>
                  <a:cubicBezTo>
                    <a:pt x="547370" y="576709"/>
                    <a:pt x="541909" y="583059"/>
                    <a:pt x="536321" y="589155"/>
                  </a:cubicBezTo>
                  <a:cubicBezTo>
                    <a:pt x="474599" y="656846"/>
                    <a:pt x="385699" y="699264"/>
                    <a:pt x="287020" y="699264"/>
                  </a:cubicBezTo>
                  <a:cubicBezTo>
                    <a:pt x="184912" y="699264"/>
                    <a:pt x="93345" y="653671"/>
                    <a:pt x="31496" y="581916"/>
                  </a:cubicBezTo>
                  <a:cubicBezTo>
                    <a:pt x="25908" y="575566"/>
                    <a:pt x="20701" y="569089"/>
                    <a:pt x="15748" y="562358"/>
                  </a:cubicBezTo>
                  <a:cubicBezTo>
                    <a:pt x="10795" y="569089"/>
                    <a:pt x="5588" y="575566"/>
                    <a:pt x="0" y="581916"/>
                  </a:cubicBezTo>
                  <a:cubicBezTo>
                    <a:pt x="4826" y="588393"/>
                    <a:pt x="10160" y="594743"/>
                    <a:pt x="15748" y="600966"/>
                  </a:cubicBezTo>
                  <a:cubicBezTo>
                    <a:pt x="81915" y="676150"/>
                    <a:pt x="179070" y="723648"/>
                    <a:pt x="287020" y="723648"/>
                  </a:cubicBezTo>
                  <a:cubicBezTo>
                    <a:pt x="391795" y="723648"/>
                    <a:pt x="486156" y="678944"/>
                    <a:pt x="552323" y="607697"/>
                  </a:cubicBezTo>
                  <a:cubicBezTo>
                    <a:pt x="557911" y="601728"/>
                    <a:pt x="563372" y="595632"/>
                    <a:pt x="568452" y="589282"/>
                  </a:cubicBezTo>
                  <a:cubicBezTo>
                    <a:pt x="562864" y="583059"/>
                    <a:pt x="557276" y="576709"/>
                    <a:pt x="552323" y="570105"/>
                  </a:cubicBezTo>
                  <a:close/>
                  <a:moveTo>
                    <a:pt x="31623" y="141733"/>
                  </a:moveTo>
                  <a:cubicBezTo>
                    <a:pt x="93472" y="69977"/>
                    <a:pt x="185039" y="24384"/>
                    <a:pt x="287147" y="24384"/>
                  </a:cubicBezTo>
                  <a:cubicBezTo>
                    <a:pt x="385826" y="24384"/>
                    <a:pt x="474726" y="66929"/>
                    <a:pt x="536448" y="134493"/>
                  </a:cubicBezTo>
                  <a:cubicBezTo>
                    <a:pt x="542036" y="140590"/>
                    <a:pt x="547497" y="146940"/>
                    <a:pt x="552450" y="153544"/>
                  </a:cubicBezTo>
                  <a:cubicBezTo>
                    <a:pt x="557403" y="146940"/>
                    <a:pt x="562864" y="140590"/>
                    <a:pt x="568452" y="134493"/>
                  </a:cubicBezTo>
                  <a:cubicBezTo>
                    <a:pt x="563499" y="128143"/>
                    <a:pt x="558038" y="121920"/>
                    <a:pt x="552450" y="115951"/>
                  </a:cubicBezTo>
                  <a:cubicBezTo>
                    <a:pt x="486156" y="44704"/>
                    <a:pt x="391668" y="0"/>
                    <a:pt x="287020" y="0"/>
                  </a:cubicBezTo>
                  <a:cubicBezTo>
                    <a:pt x="179070" y="0"/>
                    <a:pt x="81915" y="47498"/>
                    <a:pt x="15748" y="122682"/>
                  </a:cubicBezTo>
                  <a:cubicBezTo>
                    <a:pt x="10160" y="128905"/>
                    <a:pt x="4826" y="135255"/>
                    <a:pt x="0" y="141733"/>
                  </a:cubicBezTo>
                  <a:cubicBezTo>
                    <a:pt x="5588" y="148083"/>
                    <a:pt x="10795" y="154560"/>
                    <a:pt x="15748" y="161291"/>
                  </a:cubicBezTo>
                  <a:cubicBezTo>
                    <a:pt x="20701" y="154560"/>
                    <a:pt x="25908" y="148083"/>
                    <a:pt x="31496" y="141733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223644" y="63500"/>
              <a:ext cx="643255" cy="723648"/>
            </a:xfrm>
            <a:custGeom>
              <a:avLst/>
              <a:gdLst/>
              <a:ahLst/>
              <a:cxnLst/>
              <a:rect r="r" b="b" t="t" l="l"/>
              <a:pathLst>
                <a:path h="723648" w="643255">
                  <a:moveTo>
                    <a:pt x="281305" y="0"/>
                  </a:moveTo>
                  <a:cubicBezTo>
                    <a:pt x="176657" y="0"/>
                    <a:pt x="82170" y="44704"/>
                    <a:pt x="16003" y="115951"/>
                  </a:cubicBezTo>
                  <a:cubicBezTo>
                    <a:pt x="10414" y="121920"/>
                    <a:pt x="4953" y="128143"/>
                    <a:pt x="0" y="134493"/>
                  </a:cubicBezTo>
                  <a:cubicBezTo>
                    <a:pt x="5589" y="140590"/>
                    <a:pt x="11050" y="146940"/>
                    <a:pt x="16003" y="153544"/>
                  </a:cubicBezTo>
                  <a:cubicBezTo>
                    <a:pt x="20956" y="146940"/>
                    <a:pt x="26417" y="140590"/>
                    <a:pt x="32005" y="134493"/>
                  </a:cubicBezTo>
                  <a:cubicBezTo>
                    <a:pt x="93727" y="66802"/>
                    <a:pt x="182626" y="24384"/>
                    <a:pt x="281305" y="24384"/>
                  </a:cubicBezTo>
                  <a:cubicBezTo>
                    <a:pt x="467487" y="24384"/>
                    <a:pt x="618871" y="175769"/>
                    <a:pt x="618871" y="361824"/>
                  </a:cubicBezTo>
                  <a:cubicBezTo>
                    <a:pt x="618871" y="547879"/>
                    <a:pt x="467487" y="699264"/>
                    <a:pt x="281305" y="699264"/>
                  </a:cubicBezTo>
                  <a:cubicBezTo>
                    <a:pt x="182753" y="699264"/>
                    <a:pt x="93853" y="656719"/>
                    <a:pt x="32131" y="589282"/>
                  </a:cubicBezTo>
                  <a:cubicBezTo>
                    <a:pt x="26544" y="583059"/>
                    <a:pt x="20956" y="576709"/>
                    <a:pt x="16003" y="570105"/>
                  </a:cubicBezTo>
                  <a:cubicBezTo>
                    <a:pt x="11050" y="576709"/>
                    <a:pt x="5589" y="583059"/>
                    <a:pt x="0" y="589155"/>
                  </a:cubicBezTo>
                  <a:cubicBezTo>
                    <a:pt x="4953" y="595505"/>
                    <a:pt x="10414" y="601728"/>
                    <a:pt x="16003" y="607697"/>
                  </a:cubicBezTo>
                  <a:cubicBezTo>
                    <a:pt x="82042" y="678944"/>
                    <a:pt x="176657" y="723648"/>
                    <a:pt x="281305" y="723648"/>
                  </a:cubicBezTo>
                  <a:cubicBezTo>
                    <a:pt x="480949" y="723648"/>
                    <a:pt x="643255" y="561342"/>
                    <a:pt x="643255" y="361824"/>
                  </a:cubicBezTo>
                  <a:cubicBezTo>
                    <a:pt x="643255" y="162307"/>
                    <a:pt x="480949" y="0"/>
                    <a:pt x="281305" y="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94234" y="87884"/>
              <a:ext cx="1748408" cy="674880"/>
            </a:xfrm>
            <a:custGeom>
              <a:avLst/>
              <a:gdLst/>
              <a:ahLst/>
              <a:cxnLst/>
              <a:rect r="r" b="b" t="t" l="l"/>
              <a:pathLst>
                <a:path h="674880" w="1748408">
                  <a:moveTo>
                    <a:pt x="1748281" y="337440"/>
                  </a:moveTo>
                  <a:cubicBezTo>
                    <a:pt x="1748281" y="523496"/>
                    <a:pt x="1596897" y="674880"/>
                    <a:pt x="1410715" y="674880"/>
                  </a:cubicBezTo>
                  <a:cubicBezTo>
                    <a:pt x="1312163" y="674880"/>
                    <a:pt x="1223264" y="632335"/>
                    <a:pt x="1161542" y="564898"/>
                  </a:cubicBezTo>
                  <a:cubicBezTo>
                    <a:pt x="1155954" y="558675"/>
                    <a:pt x="1150366" y="552325"/>
                    <a:pt x="1145413" y="545721"/>
                  </a:cubicBezTo>
                  <a:cubicBezTo>
                    <a:pt x="1140460" y="552325"/>
                    <a:pt x="1134999" y="558675"/>
                    <a:pt x="1129410" y="564771"/>
                  </a:cubicBezTo>
                  <a:cubicBezTo>
                    <a:pt x="1067688" y="632462"/>
                    <a:pt x="978789" y="674880"/>
                    <a:pt x="880110" y="674880"/>
                  </a:cubicBezTo>
                  <a:cubicBezTo>
                    <a:pt x="778002" y="674880"/>
                    <a:pt x="686435" y="629287"/>
                    <a:pt x="624586" y="557532"/>
                  </a:cubicBezTo>
                  <a:cubicBezTo>
                    <a:pt x="618998" y="551182"/>
                    <a:pt x="613791" y="544705"/>
                    <a:pt x="608838" y="537974"/>
                  </a:cubicBezTo>
                  <a:cubicBezTo>
                    <a:pt x="603885" y="544705"/>
                    <a:pt x="598678" y="551182"/>
                    <a:pt x="593090" y="557532"/>
                  </a:cubicBezTo>
                  <a:cubicBezTo>
                    <a:pt x="531241" y="629287"/>
                    <a:pt x="439674" y="674880"/>
                    <a:pt x="337566" y="674880"/>
                  </a:cubicBezTo>
                  <a:cubicBezTo>
                    <a:pt x="151384" y="674880"/>
                    <a:pt x="0" y="523496"/>
                    <a:pt x="0" y="337440"/>
                  </a:cubicBezTo>
                  <a:cubicBezTo>
                    <a:pt x="0" y="151385"/>
                    <a:pt x="151638" y="0"/>
                    <a:pt x="337693" y="0"/>
                  </a:cubicBezTo>
                  <a:cubicBezTo>
                    <a:pt x="439801" y="0"/>
                    <a:pt x="531368" y="45593"/>
                    <a:pt x="593217" y="117349"/>
                  </a:cubicBezTo>
                  <a:cubicBezTo>
                    <a:pt x="598805" y="123699"/>
                    <a:pt x="604012" y="130176"/>
                    <a:pt x="608965" y="136907"/>
                  </a:cubicBezTo>
                  <a:cubicBezTo>
                    <a:pt x="613918" y="130176"/>
                    <a:pt x="619125" y="123699"/>
                    <a:pt x="624713" y="117349"/>
                  </a:cubicBezTo>
                  <a:cubicBezTo>
                    <a:pt x="686562" y="45593"/>
                    <a:pt x="778129" y="0"/>
                    <a:pt x="880237" y="0"/>
                  </a:cubicBezTo>
                  <a:cubicBezTo>
                    <a:pt x="978916" y="0"/>
                    <a:pt x="1067816" y="42545"/>
                    <a:pt x="1129538" y="110109"/>
                  </a:cubicBezTo>
                  <a:cubicBezTo>
                    <a:pt x="1135125" y="116206"/>
                    <a:pt x="1140586" y="122556"/>
                    <a:pt x="1145540" y="129160"/>
                  </a:cubicBezTo>
                  <a:cubicBezTo>
                    <a:pt x="1150493" y="122556"/>
                    <a:pt x="1155954" y="116206"/>
                    <a:pt x="1161541" y="110109"/>
                  </a:cubicBezTo>
                  <a:cubicBezTo>
                    <a:pt x="1223263" y="42418"/>
                    <a:pt x="1312163" y="0"/>
                    <a:pt x="1410842" y="0"/>
                  </a:cubicBezTo>
                  <a:cubicBezTo>
                    <a:pt x="1597024" y="0"/>
                    <a:pt x="1748408" y="151385"/>
                    <a:pt x="1748408" y="33744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771649" y="75692"/>
              <a:ext cx="616458" cy="699264"/>
            </a:xfrm>
            <a:custGeom>
              <a:avLst/>
              <a:gdLst/>
              <a:ahLst/>
              <a:cxnLst/>
              <a:rect r="r" b="b" t="t" l="l"/>
              <a:pathLst>
                <a:path h="699264" w="616458">
                  <a:moveTo>
                    <a:pt x="266700" y="0"/>
                  </a:moveTo>
                  <a:cubicBezTo>
                    <a:pt x="159893" y="0"/>
                    <a:pt x="64135" y="48006"/>
                    <a:pt x="0" y="123445"/>
                  </a:cubicBezTo>
                  <a:cubicBezTo>
                    <a:pt x="51816" y="184405"/>
                    <a:pt x="83185" y="263399"/>
                    <a:pt x="83185" y="349632"/>
                  </a:cubicBezTo>
                  <a:cubicBezTo>
                    <a:pt x="83185" y="435865"/>
                    <a:pt x="51816" y="514859"/>
                    <a:pt x="0" y="575820"/>
                  </a:cubicBezTo>
                  <a:cubicBezTo>
                    <a:pt x="64135" y="651385"/>
                    <a:pt x="159893" y="699264"/>
                    <a:pt x="266700" y="699264"/>
                  </a:cubicBezTo>
                  <a:cubicBezTo>
                    <a:pt x="459867" y="699264"/>
                    <a:pt x="616458" y="542800"/>
                    <a:pt x="616458" y="349632"/>
                  </a:cubicBezTo>
                  <a:cubicBezTo>
                    <a:pt x="616458" y="156465"/>
                    <a:pt x="459867" y="0"/>
                    <a:pt x="266700" y="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755647" y="63500"/>
              <a:ext cx="644652" cy="723648"/>
            </a:xfrm>
            <a:custGeom>
              <a:avLst/>
              <a:gdLst/>
              <a:ahLst/>
              <a:cxnLst/>
              <a:rect r="r" b="b" t="t" l="l"/>
              <a:pathLst>
                <a:path h="723648" w="644652">
                  <a:moveTo>
                    <a:pt x="282702" y="723648"/>
                  </a:moveTo>
                  <a:cubicBezTo>
                    <a:pt x="176149" y="723648"/>
                    <a:pt x="75692" y="677166"/>
                    <a:pt x="6731" y="596013"/>
                  </a:cubicBezTo>
                  <a:lnTo>
                    <a:pt x="3810" y="592584"/>
                  </a:lnTo>
                  <a:lnTo>
                    <a:pt x="3810" y="583567"/>
                  </a:lnTo>
                  <a:lnTo>
                    <a:pt x="6731" y="580138"/>
                  </a:lnTo>
                  <a:cubicBezTo>
                    <a:pt x="58547" y="519177"/>
                    <a:pt x="86995" y="441707"/>
                    <a:pt x="86995" y="361824"/>
                  </a:cubicBezTo>
                  <a:cubicBezTo>
                    <a:pt x="86995" y="281941"/>
                    <a:pt x="58547" y="204471"/>
                    <a:pt x="6731" y="143510"/>
                  </a:cubicBezTo>
                  <a:lnTo>
                    <a:pt x="0" y="135636"/>
                  </a:lnTo>
                  <a:lnTo>
                    <a:pt x="6731" y="127762"/>
                  </a:lnTo>
                  <a:cubicBezTo>
                    <a:pt x="75692" y="46482"/>
                    <a:pt x="176276" y="0"/>
                    <a:pt x="282702" y="0"/>
                  </a:cubicBezTo>
                  <a:cubicBezTo>
                    <a:pt x="482219" y="0"/>
                    <a:pt x="644652" y="162307"/>
                    <a:pt x="644652" y="361824"/>
                  </a:cubicBezTo>
                  <a:cubicBezTo>
                    <a:pt x="644652" y="561342"/>
                    <a:pt x="482346" y="723648"/>
                    <a:pt x="282702" y="723648"/>
                  </a:cubicBezTo>
                  <a:close/>
                  <a:moveTo>
                    <a:pt x="32131" y="587758"/>
                  </a:moveTo>
                  <a:cubicBezTo>
                    <a:pt x="96139" y="658624"/>
                    <a:pt x="186944" y="699264"/>
                    <a:pt x="282829" y="699264"/>
                  </a:cubicBezTo>
                  <a:cubicBezTo>
                    <a:pt x="469011" y="699264"/>
                    <a:pt x="620395" y="547880"/>
                    <a:pt x="620395" y="361824"/>
                  </a:cubicBezTo>
                  <a:cubicBezTo>
                    <a:pt x="620395" y="175769"/>
                    <a:pt x="468757" y="24384"/>
                    <a:pt x="282702" y="24384"/>
                  </a:cubicBezTo>
                  <a:cubicBezTo>
                    <a:pt x="186817" y="24384"/>
                    <a:pt x="96139" y="64897"/>
                    <a:pt x="32004" y="135890"/>
                  </a:cubicBezTo>
                  <a:cubicBezTo>
                    <a:pt x="83312" y="199899"/>
                    <a:pt x="111379" y="279655"/>
                    <a:pt x="111379" y="361824"/>
                  </a:cubicBezTo>
                  <a:cubicBezTo>
                    <a:pt x="111379" y="443993"/>
                    <a:pt x="83312" y="523749"/>
                    <a:pt x="32131" y="58775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676272" y="191262"/>
              <a:ext cx="104648" cy="468250"/>
            </a:xfrm>
            <a:custGeom>
              <a:avLst/>
              <a:gdLst/>
              <a:ahLst/>
              <a:cxnLst/>
              <a:rect r="r" b="b" t="t" l="l"/>
              <a:pathLst>
                <a:path h="468250" w="104648">
                  <a:moveTo>
                    <a:pt x="85979" y="468251"/>
                  </a:moveTo>
                  <a:cubicBezTo>
                    <a:pt x="30480" y="403099"/>
                    <a:pt x="0" y="319914"/>
                    <a:pt x="0" y="234062"/>
                  </a:cubicBezTo>
                  <a:cubicBezTo>
                    <a:pt x="0" y="148210"/>
                    <a:pt x="30480" y="65279"/>
                    <a:pt x="85979" y="0"/>
                  </a:cubicBezTo>
                  <a:lnTo>
                    <a:pt x="104648" y="15748"/>
                  </a:lnTo>
                  <a:cubicBezTo>
                    <a:pt x="52959" y="76582"/>
                    <a:pt x="24511" y="154052"/>
                    <a:pt x="24511" y="234062"/>
                  </a:cubicBezTo>
                  <a:cubicBezTo>
                    <a:pt x="24511" y="314072"/>
                    <a:pt x="52959" y="391542"/>
                    <a:pt x="104648" y="452376"/>
                  </a:cubicBezTo>
                  <a:lnTo>
                    <a:pt x="85979" y="468251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937964" y="254705"/>
              <a:ext cx="58916" cy="325051"/>
            </a:xfrm>
            <a:custGeom>
              <a:avLst/>
              <a:gdLst/>
              <a:ahLst/>
              <a:cxnLst/>
              <a:rect r="r" b="b" t="t" l="l"/>
              <a:pathLst>
                <a:path h="325051" w="58916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333" y="-577"/>
                    <a:pt x="48064" y="58"/>
                  </a:cubicBezTo>
                  <a:cubicBezTo>
                    <a:pt x="54795" y="693"/>
                    <a:pt x="59494" y="6916"/>
                    <a:pt x="58859" y="13647"/>
                  </a:cubicBezTo>
                  <a:lnTo>
                    <a:pt x="24569" y="314129"/>
                  </a:lnTo>
                  <a:cubicBezTo>
                    <a:pt x="23807" y="320479"/>
                    <a:pt x="18600" y="325051"/>
                    <a:pt x="12504" y="325051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807188" y="348425"/>
              <a:ext cx="98640" cy="169483"/>
            </a:xfrm>
            <a:custGeom>
              <a:avLst/>
              <a:gdLst/>
              <a:ahLst/>
              <a:cxnLst/>
              <a:rect r="r" b="b" t="t" l="l"/>
              <a:pathLst>
                <a:path h="169483" w="98640">
                  <a:moveTo>
                    <a:pt x="75970" y="169355"/>
                  </a:moveTo>
                  <a:cubicBezTo>
                    <a:pt x="72541" y="169355"/>
                    <a:pt x="69239" y="167958"/>
                    <a:pt x="66826" y="165164"/>
                  </a:cubicBezTo>
                  <a:lnTo>
                    <a:pt x="3072" y="92774"/>
                  </a:lnTo>
                  <a:cubicBezTo>
                    <a:pt x="-1246" y="87948"/>
                    <a:pt x="-992" y="80582"/>
                    <a:pt x="3707" y="75883"/>
                  </a:cubicBezTo>
                  <a:lnTo>
                    <a:pt x="77875" y="3493"/>
                  </a:lnTo>
                  <a:cubicBezTo>
                    <a:pt x="82701" y="-1206"/>
                    <a:pt x="90448" y="-1206"/>
                    <a:pt x="95147" y="3747"/>
                  </a:cubicBezTo>
                  <a:cubicBezTo>
                    <a:pt x="99846" y="8700"/>
                    <a:pt x="99846" y="16320"/>
                    <a:pt x="94893" y="21019"/>
                  </a:cubicBezTo>
                  <a:lnTo>
                    <a:pt x="29107" y="85408"/>
                  </a:lnTo>
                  <a:lnTo>
                    <a:pt x="85241" y="149162"/>
                  </a:lnTo>
                  <a:cubicBezTo>
                    <a:pt x="89686" y="154115"/>
                    <a:pt x="89305" y="161989"/>
                    <a:pt x="84098" y="166434"/>
                  </a:cubicBezTo>
                  <a:cubicBezTo>
                    <a:pt x="81812" y="168466"/>
                    <a:pt x="79018" y="169482"/>
                    <a:pt x="76097" y="16948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1031127" y="348383"/>
              <a:ext cx="98688" cy="169398"/>
            </a:xfrm>
            <a:custGeom>
              <a:avLst/>
              <a:gdLst/>
              <a:ahLst/>
              <a:cxnLst/>
              <a:rect r="r" b="b" t="t" l="l"/>
              <a:pathLst>
                <a:path h="169398" w="98688">
                  <a:moveTo>
                    <a:pt x="12305" y="169397"/>
                  </a:moveTo>
                  <a:cubicBezTo>
                    <a:pt x="9130" y="169397"/>
                    <a:pt x="5955" y="168127"/>
                    <a:pt x="3542" y="165714"/>
                  </a:cubicBezTo>
                  <a:cubicBezTo>
                    <a:pt x="-1284" y="160888"/>
                    <a:pt x="-1157" y="153141"/>
                    <a:pt x="3796" y="148442"/>
                  </a:cubicBezTo>
                  <a:lnTo>
                    <a:pt x="69582" y="84053"/>
                  </a:lnTo>
                  <a:lnTo>
                    <a:pt x="13448" y="20299"/>
                  </a:lnTo>
                  <a:cubicBezTo>
                    <a:pt x="9003" y="15346"/>
                    <a:pt x="9384" y="7472"/>
                    <a:pt x="14591" y="3027"/>
                  </a:cubicBezTo>
                  <a:cubicBezTo>
                    <a:pt x="19798" y="-1418"/>
                    <a:pt x="27418" y="-910"/>
                    <a:pt x="31863" y="4170"/>
                  </a:cubicBezTo>
                  <a:lnTo>
                    <a:pt x="95617" y="76560"/>
                  </a:lnTo>
                  <a:cubicBezTo>
                    <a:pt x="99935" y="81386"/>
                    <a:pt x="99681" y="88752"/>
                    <a:pt x="94982" y="93451"/>
                  </a:cubicBezTo>
                  <a:lnTo>
                    <a:pt x="20814" y="165841"/>
                  </a:lnTo>
                  <a:cubicBezTo>
                    <a:pt x="18655" y="168127"/>
                    <a:pt x="15480" y="169270"/>
                    <a:pt x="12432" y="169270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365010" y="321669"/>
              <a:ext cx="98689" cy="169441"/>
            </a:xfrm>
            <a:custGeom>
              <a:avLst/>
              <a:gdLst/>
              <a:ahLst/>
              <a:cxnLst/>
              <a:rect r="r" b="b" t="t" l="l"/>
              <a:pathLst>
                <a:path h="169441" w="98689">
                  <a:moveTo>
                    <a:pt x="12304" y="169441"/>
                  </a:moveTo>
                  <a:cubicBezTo>
                    <a:pt x="9129" y="169441"/>
                    <a:pt x="5954" y="168171"/>
                    <a:pt x="3541" y="165758"/>
                  </a:cubicBezTo>
                  <a:cubicBezTo>
                    <a:pt x="-1285" y="160932"/>
                    <a:pt x="-1158" y="153185"/>
                    <a:pt x="3795" y="148486"/>
                  </a:cubicBezTo>
                  <a:lnTo>
                    <a:pt x="69581" y="84097"/>
                  </a:lnTo>
                  <a:lnTo>
                    <a:pt x="13447" y="20343"/>
                  </a:lnTo>
                  <a:cubicBezTo>
                    <a:pt x="9002" y="15390"/>
                    <a:pt x="9510" y="7516"/>
                    <a:pt x="14590" y="3071"/>
                  </a:cubicBezTo>
                  <a:cubicBezTo>
                    <a:pt x="19670" y="-1374"/>
                    <a:pt x="27417" y="-993"/>
                    <a:pt x="31862" y="4214"/>
                  </a:cubicBezTo>
                  <a:lnTo>
                    <a:pt x="95616" y="76604"/>
                  </a:lnTo>
                  <a:cubicBezTo>
                    <a:pt x="99934" y="81430"/>
                    <a:pt x="99680" y="88796"/>
                    <a:pt x="94981" y="93495"/>
                  </a:cubicBezTo>
                  <a:lnTo>
                    <a:pt x="20813" y="165885"/>
                  </a:lnTo>
                  <a:cubicBezTo>
                    <a:pt x="18654" y="168044"/>
                    <a:pt x="15606" y="169314"/>
                    <a:pt x="12431" y="16931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1478152" y="488443"/>
              <a:ext cx="164592" cy="24384"/>
            </a:xfrm>
            <a:custGeom>
              <a:avLst/>
              <a:gdLst/>
              <a:ahLst/>
              <a:cxnLst/>
              <a:rect r="r" b="b" t="t" l="l"/>
              <a:pathLst>
                <a:path h="24384" w="164592">
                  <a:moveTo>
                    <a:pt x="152400" y="24384"/>
                  </a:moveTo>
                  <a:lnTo>
                    <a:pt x="12192" y="24384"/>
                  </a:lnTo>
                  <a:cubicBezTo>
                    <a:pt x="5461" y="24384"/>
                    <a:pt x="0" y="18923"/>
                    <a:pt x="0" y="12192"/>
                  </a:cubicBezTo>
                  <a:cubicBezTo>
                    <a:pt x="0" y="5461"/>
                    <a:pt x="5461" y="0"/>
                    <a:pt x="12192" y="0"/>
                  </a:cubicBezTo>
                  <a:lnTo>
                    <a:pt x="152400" y="0"/>
                  </a:lnTo>
                  <a:cubicBezTo>
                    <a:pt x="159131" y="0"/>
                    <a:pt x="164592" y="5461"/>
                    <a:pt x="164592" y="12192"/>
                  </a:cubicBezTo>
                  <a:cubicBezTo>
                    <a:pt x="164592" y="18923"/>
                    <a:pt x="159131" y="24384"/>
                    <a:pt x="152400" y="24384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384117" y="253689"/>
              <a:ext cx="58915" cy="325178"/>
            </a:xfrm>
            <a:custGeom>
              <a:avLst/>
              <a:gdLst/>
              <a:ahLst/>
              <a:cxnLst/>
              <a:rect r="r" b="b" t="t" l="l"/>
              <a:pathLst>
                <a:path h="325178" w="58915">
                  <a:moveTo>
                    <a:pt x="12377" y="325051"/>
                  </a:moveTo>
                  <a:cubicBezTo>
                    <a:pt x="11869" y="325051"/>
                    <a:pt x="11361" y="325051"/>
                    <a:pt x="10853" y="324924"/>
                  </a:cubicBezTo>
                  <a:cubicBezTo>
                    <a:pt x="4122" y="324162"/>
                    <a:pt x="-577" y="318066"/>
                    <a:pt x="58" y="311335"/>
                  </a:cubicBezTo>
                  <a:lnTo>
                    <a:pt x="34475" y="10853"/>
                  </a:lnTo>
                  <a:cubicBezTo>
                    <a:pt x="35237" y="4122"/>
                    <a:pt x="41460" y="-577"/>
                    <a:pt x="48064" y="58"/>
                  </a:cubicBezTo>
                  <a:cubicBezTo>
                    <a:pt x="54668" y="693"/>
                    <a:pt x="59494" y="6916"/>
                    <a:pt x="58859" y="13647"/>
                  </a:cubicBezTo>
                  <a:lnTo>
                    <a:pt x="24569" y="314256"/>
                  </a:lnTo>
                  <a:cubicBezTo>
                    <a:pt x="23807" y="320606"/>
                    <a:pt x="18600" y="325178"/>
                    <a:pt x="12504" y="325178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505968" y="320549"/>
              <a:ext cx="68580" cy="225680"/>
            </a:xfrm>
            <a:custGeom>
              <a:avLst/>
              <a:gdLst/>
              <a:ahLst/>
              <a:cxnLst/>
              <a:rect r="r" b="b" t="t" l="l"/>
              <a:pathLst>
                <a:path h="225680" w="68580">
                  <a:moveTo>
                    <a:pt x="0" y="206883"/>
                  </a:moveTo>
                  <a:cubicBezTo>
                    <a:pt x="11684" y="202692"/>
                    <a:pt x="17653" y="191643"/>
                    <a:pt x="17907" y="173482"/>
                  </a:cubicBezTo>
                  <a:lnTo>
                    <a:pt x="17907" y="148971"/>
                  </a:lnTo>
                  <a:cubicBezTo>
                    <a:pt x="17907" y="131699"/>
                    <a:pt x="25019" y="119507"/>
                    <a:pt x="38989" y="112776"/>
                  </a:cubicBezTo>
                  <a:cubicBezTo>
                    <a:pt x="24892" y="106045"/>
                    <a:pt x="17907" y="93726"/>
                    <a:pt x="17907" y="76073"/>
                  </a:cubicBezTo>
                  <a:lnTo>
                    <a:pt x="17907" y="51943"/>
                  </a:lnTo>
                  <a:cubicBezTo>
                    <a:pt x="17526" y="34036"/>
                    <a:pt x="11557" y="22860"/>
                    <a:pt x="0" y="18542"/>
                  </a:cubicBezTo>
                  <a:lnTo>
                    <a:pt x="6477" y="0"/>
                  </a:lnTo>
                  <a:cubicBezTo>
                    <a:pt x="20320" y="3937"/>
                    <a:pt x="30607" y="10160"/>
                    <a:pt x="37465" y="18796"/>
                  </a:cubicBezTo>
                  <a:cubicBezTo>
                    <a:pt x="44323" y="27432"/>
                    <a:pt x="47879" y="38989"/>
                    <a:pt x="48006" y="53086"/>
                  </a:cubicBezTo>
                  <a:lnTo>
                    <a:pt x="48006" y="77851"/>
                  </a:lnTo>
                  <a:cubicBezTo>
                    <a:pt x="48387" y="93091"/>
                    <a:pt x="55245" y="100838"/>
                    <a:pt x="68580" y="100838"/>
                  </a:cubicBezTo>
                  <a:lnTo>
                    <a:pt x="68580" y="124714"/>
                  </a:lnTo>
                  <a:cubicBezTo>
                    <a:pt x="54864" y="124714"/>
                    <a:pt x="48006" y="132715"/>
                    <a:pt x="48006" y="148844"/>
                  </a:cubicBezTo>
                  <a:lnTo>
                    <a:pt x="48006" y="173863"/>
                  </a:lnTo>
                  <a:cubicBezTo>
                    <a:pt x="47371" y="200787"/>
                    <a:pt x="33655" y="218059"/>
                    <a:pt x="6477" y="225679"/>
                  </a:cubicBezTo>
                  <a:lnTo>
                    <a:pt x="0" y="207010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57429" y="324867"/>
              <a:ext cx="68580" cy="225426"/>
            </a:xfrm>
            <a:custGeom>
              <a:avLst/>
              <a:gdLst/>
              <a:ahLst/>
              <a:cxnLst/>
              <a:rect r="r" b="b" t="t" l="l"/>
              <a:pathLst>
                <a:path h="225426" w="68580">
                  <a:moveTo>
                    <a:pt x="68580" y="18669"/>
                  </a:moveTo>
                  <a:cubicBezTo>
                    <a:pt x="56896" y="22860"/>
                    <a:pt x="50927" y="33909"/>
                    <a:pt x="50673" y="52070"/>
                  </a:cubicBezTo>
                  <a:lnTo>
                    <a:pt x="50673" y="76454"/>
                  </a:lnTo>
                  <a:cubicBezTo>
                    <a:pt x="50673" y="93726"/>
                    <a:pt x="43561" y="105918"/>
                    <a:pt x="29591" y="112649"/>
                  </a:cubicBezTo>
                  <a:cubicBezTo>
                    <a:pt x="43688" y="119380"/>
                    <a:pt x="50673" y="131699"/>
                    <a:pt x="50673" y="149352"/>
                  </a:cubicBezTo>
                  <a:lnTo>
                    <a:pt x="50673" y="173482"/>
                  </a:lnTo>
                  <a:cubicBezTo>
                    <a:pt x="51054" y="191389"/>
                    <a:pt x="57023" y="202565"/>
                    <a:pt x="68580" y="206883"/>
                  </a:cubicBezTo>
                  <a:lnTo>
                    <a:pt x="62103" y="225425"/>
                  </a:lnTo>
                  <a:cubicBezTo>
                    <a:pt x="48260" y="221488"/>
                    <a:pt x="37973" y="215265"/>
                    <a:pt x="31115" y="206629"/>
                  </a:cubicBezTo>
                  <a:cubicBezTo>
                    <a:pt x="24257" y="197993"/>
                    <a:pt x="20701" y="186436"/>
                    <a:pt x="20574" y="172339"/>
                  </a:cubicBezTo>
                  <a:lnTo>
                    <a:pt x="20574" y="147828"/>
                  </a:lnTo>
                  <a:cubicBezTo>
                    <a:pt x="20193" y="132588"/>
                    <a:pt x="13335" y="124841"/>
                    <a:pt x="0" y="124841"/>
                  </a:cubicBezTo>
                  <a:lnTo>
                    <a:pt x="0" y="100965"/>
                  </a:lnTo>
                  <a:cubicBezTo>
                    <a:pt x="13716" y="100965"/>
                    <a:pt x="20574" y="92964"/>
                    <a:pt x="20574" y="76835"/>
                  </a:cubicBezTo>
                  <a:lnTo>
                    <a:pt x="20574" y="51816"/>
                  </a:lnTo>
                  <a:cubicBezTo>
                    <a:pt x="21209" y="24892"/>
                    <a:pt x="34925" y="7620"/>
                    <a:pt x="62103" y="0"/>
                  </a:cubicBezTo>
                  <a:lnTo>
                    <a:pt x="68580" y="18669"/>
                  </a:ln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1887600" y="252985"/>
              <a:ext cx="345186" cy="344933"/>
            </a:xfrm>
            <a:custGeom>
              <a:avLst/>
              <a:gdLst/>
              <a:ahLst/>
              <a:cxnLst/>
              <a:rect r="r" b="b" t="t" l="l"/>
              <a:pathLst>
                <a:path h="344933" w="345186">
                  <a:moveTo>
                    <a:pt x="345186" y="172466"/>
                  </a:moveTo>
                  <a:cubicBezTo>
                    <a:pt x="231775" y="205105"/>
                    <a:pt x="205232" y="231521"/>
                    <a:pt x="172593" y="344932"/>
                  </a:cubicBezTo>
                  <a:cubicBezTo>
                    <a:pt x="139954" y="231521"/>
                    <a:pt x="113538" y="204978"/>
                    <a:pt x="0" y="172466"/>
                  </a:cubicBezTo>
                  <a:cubicBezTo>
                    <a:pt x="113411" y="139827"/>
                    <a:pt x="139954" y="113411"/>
                    <a:pt x="172593" y="0"/>
                  </a:cubicBezTo>
                  <a:cubicBezTo>
                    <a:pt x="205232" y="113411"/>
                    <a:pt x="231648" y="139827"/>
                    <a:pt x="345186" y="172466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2340228" cy="723394"/>
            </a:xfrm>
            <a:custGeom>
              <a:avLst/>
              <a:gdLst/>
              <a:ahLst/>
              <a:cxnLst/>
              <a:rect r="r" b="b" t="t" l="l"/>
              <a:pathLst>
                <a:path h="723394" w="2340228">
                  <a:moveTo>
                    <a:pt x="0" y="723394"/>
                  </a:moveTo>
                  <a:lnTo>
                    <a:pt x="2340228" y="723394"/>
                  </a:lnTo>
                  <a:lnTo>
                    <a:pt x="23402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96022" y="4176074"/>
            <a:ext cx="7284301" cy="2353332"/>
            <a:chOff x="0" y="0"/>
            <a:chExt cx="7284301" cy="235333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0"/>
                  </a:moveTo>
                  <a:lnTo>
                    <a:pt x="0" y="2226314"/>
                  </a:lnTo>
                  <a:lnTo>
                    <a:pt x="7157209" y="2226314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7157209" cy="2226314"/>
            </a:xfrm>
            <a:custGeom>
              <a:avLst/>
              <a:gdLst/>
              <a:ahLst/>
              <a:cxnLst/>
              <a:rect r="r" b="b" t="t" l="l"/>
              <a:pathLst>
                <a:path h="2226314" w="7157209">
                  <a:moveTo>
                    <a:pt x="0" y="2226314"/>
                  </a:moveTo>
                  <a:lnTo>
                    <a:pt x="7157209" y="2226314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9396022" y="6659575"/>
            <a:ext cx="7284301" cy="2353332"/>
            <a:chOff x="0" y="0"/>
            <a:chExt cx="7284301" cy="2353335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0"/>
                  </a:moveTo>
                  <a:lnTo>
                    <a:pt x="0" y="2226315"/>
                  </a:lnTo>
                  <a:lnTo>
                    <a:pt x="7157209" y="2226315"/>
                  </a:lnTo>
                  <a:lnTo>
                    <a:pt x="7157209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63500" y="63500"/>
              <a:ext cx="7157209" cy="2226315"/>
            </a:xfrm>
            <a:custGeom>
              <a:avLst/>
              <a:gdLst/>
              <a:ahLst/>
              <a:cxnLst/>
              <a:rect r="r" b="b" t="t" l="l"/>
              <a:pathLst>
                <a:path h="2226315" w="7157209">
                  <a:moveTo>
                    <a:pt x="0" y="2226315"/>
                  </a:moveTo>
                  <a:lnTo>
                    <a:pt x="7157209" y="2226315"/>
                  </a:lnTo>
                  <a:lnTo>
                    <a:pt x="715720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2" id="32"/>
          <p:cNvGrpSpPr/>
          <p:nvPr/>
        </p:nvGrpSpPr>
        <p:grpSpPr>
          <a:xfrm rot="0">
            <a:off x="16237010" y="965197"/>
            <a:ext cx="1087955" cy="1108072"/>
            <a:chOff x="0" y="0"/>
            <a:chExt cx="1087946" cy="1108075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193166" y="69977"/>
              <a:ext cx="824734" cy="824230"/>
            </a:xfrm>
            <a:custGeom>
              <a:avLst/>
              <a:gdLst/>
              <a:ahLst/>
              <a:cxnLst/>
              <a:rect r="r" b="b" t="t" l="l"/>
              <a:pathLst>
                <a:path h="824230" w="824734">
                  <a:moveTo>
                    <a:pt x="0" y="0"/>
                  </a:moveTo>
                  <a:lnTo>
                    <a:pt x="824734" y="0"/>
                  </a:lnTo>
                  <a:lnTo>
                    <a:pt x="824734" y="824230"/>
                  </a:lnTo>
                  <a:lnTo>
                    <a:pt x="0" y="824230"/>
                  </a:lnTo>
                  <a:close/>
                </a:path>
              </a:pathLst>
            </a:custGeom>
            <a:solidFill>
              <a:srgbClr val="E3DAC5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186562" y="63500"/>
              <a:ext cx="837815" cy="837311"/>
            </a:xfrm>
            <a:custGeom>
              <a:avLst/>
              <a:gdLst/>
              <a:ahLst/>
              <a:cxnLst/>
              <a:rect r="r" b="b" t="t" l="l"/>
              <a:pathLst>
                <a:path h="837311" w="837815">
                  <a:moveTo>
                    <a:pt x="831338" y="837311"/>
                  </a:moveTo>
                  <a:lnTo>
                    <a:pt x="6604" y="837311"/>
                  </a:lnTo>
                  <a:cubicBezTo>
                    <a:pt x="3048" y="837311"/>
                    <a:pt x="0" y="834390"/>
                    <a:pt x="0" y="830834"/>
                  </a:cubicBezTo>
                  <a:lnTo>
                    <a:pt x="0" y="6477"/>
                  </a:lnTo>
                  <a:cubicBezTo>
                    <a:pt x="0" y="2921"/>
                    <a:pt x="2921" y="0"/>
                    <a:pt x="6604" y="0"/>
                  </a:cubicBezTo>
                  <a:lnTo>
                    <a:pt x="831338" y="0"/>
                  </a:lnTo>
                  <a:cubicBezTo>
                    <a:pt x="834894" y="0"/>
                    <a:pt x="837815" y="2921"/>
                    <a:pt x="837815" y="6477"/>
                  </a:cubicBezTo>
                  <a:lnTo>
                    <a:pt x="837815" y="830707"/>
                  </a:lnTo>
                  <a:cubicBezTo>
                    <a:pt x="837815" y="834263"/>
                    <a:pt x="834894" y="837184"/>
                    <a:pt x="831338" y="837184"/>
                  </a:cubicBezTo>
                  <a:close/>
                  <a:moveTo>
                    <a:pt x="13208" y="824230"/>
                  </a:moveTo>
                  <a:lnTo>
                    <a:pt x="824861" y="824230"/>
                  </a:lnTo>
                  <a:lnTo>
                    <a:pt x="824861" y="13081"/>
                  </a:lnTo>
                  <a:lnTo>
                    <a:pt x="13208" y="13081"/>
                  </a:lnTo>
                  <a:lnTo>
                    <a:pt x="13208" y="8242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5" id="35"/>
            <p:cNvSpPr/>
            <p:nvPr/>
          </p:nvSpPr>
          <p:spPr>
            <a:xfrm flipH="false" flipV="false" rot="0">
              <a:off x="71374" y="533908"/>
              <a:ext cx="504696" cy="504444"/>
            </a:xfrm>
            <a:custGeom>
              <a:avLst/>
              <a:gdLst/>
              <a:ahLst/>
              <a:cxnLst/>
              <a:rect r="r" b="b" t="t" l="l"/>
              <a:pathLst>
                <a:path h="504444" w="504696">
                  <a:moveTo>
                    <a:pt x="0" y="0"/>
                  </a:moveTo>
                  <a:lnTo>
                    <a:pt x="504695" y="0"/>
                  </a:lnTo>
                  <a:lnTo>
                    <a:pt x="504695" y="504444"/>
                  </a:lnTo>
                  <a:lnTo>
                    <a:pt x="0" y="504444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36" id="36"/>
            <p:cNvSpPr/>
            <p:nvPr/>
          </p:nvSpPr>
          <p:spPr>
            <a:xfrm flipH="false" flipV="false" rot="0">
              <a:off x="64897" y="527431"/>
              <a:ext cx="517650" cy="517144"/>
            </a:xfrm>
            <a:custGeom>
              <a:avLst/>
              <a:gdLst/>
              <a:ahLst/>
              <a:cxnLst/>
              <a:rect r="r" b="b" t="t" l="l"/>
              <a:pathLst>
                <a:path h="517144" w="517650">
                  <a:moveTo>
                    <a:pt x="504695" y="12954"/>
                  </a:moveTo>
                  <a:lnTo>
                    <a:pt x="504695" y="504444"/>
                  </a:lnTo>
                  <a:lnTo>
                    <a:pt x="13081" y="504444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510921"/>
                  </a:lnTo>
                  <a:cubicBezTo>
                    <a:pt x="0" y="513842"/>
                    <a:pt x="1905" y="516255"/>
                    <a:pt x="4445" y="517144"/>
                  </a:cubicBezTo>
                  <a:lnTo>
                    <a:pt x="513204" y="517144"/>
                  </a:lnTo>
                  <a:cubicBezTo>
                    <a:pt x="515871" y="516255"/>
                    <a:pt x="517649" y="513842"/>
                    <a:pt x="517649" y="510921"/>
                  </a:cubicBezTo>
                  <a:lnTo>
                    <a:pt x="517649" y="6477"/>
                  </a:lnTo>
                  <a:cubicBezTo>
                    <a:pt x="517649" y="2921"/>
                    <a:pt x="514728" y="0"/>
                    <a:pt x="511172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237743" y="316611"/>
              <a:ext cx="555749" cy="549402"/>
            </a:xfrm>
            <a:custGeom>
              <a:avLst/>
              <a:gdLst/>
              <a:ahLst/>
              <a:cxnLst/>
              <a:rect r="r" b="b" t="t" l="l"/>
              <a:pathLst>
                <a:path h="549402" w="555749">
                  <a:moveTo>
                    <a:pt x="555749" y="0"/>
                  </a:moveTo>
                  <a:lnTo>
                    <a:pt x="376426" y="14097"/>
                  </a:lnTo>
                  <a:lnTo>
                    <a:pt x="426972" y="64643"/>
                  </a:lnTo>
                  <a:lnTo>
                    <a:pt x="0" y="491363"/>
                  </a:lnTo>
                  <a:lnTo>
                    <a:pt x="58039" y="549402"/>
                  </a:lnTo>
                  <a:lnTo>
                    <a:pt x="484884" y="122682"/>
                  </a:lnTo>
                  <a:lnTo>
                    <a:pt x="541398" y="179197"/>
                  </a:lnTo>
                  <a:lnTo>
                    <a:pt x="555495" y="0"/>
                  </a:lnTo>
                  <a:close/>
                </a:path>
              </a:pathLst>
            </a:custGeom>
            <a:solidFill>
              <a:srgbClr val="E6E7E7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231266" y="310245"/>
              <a:ext cx="568719" cy="562245"/>
            </a:xfrm>
            <a:custGeom>
              <a:avLst/>
              <a:gdLst/>
              <a:ahLst/>
              <a:cxnLst/>
              <a:rect r="r" b="b" t="t" l="l"/>
              <a:pathLst>
                <a:path h="562245" w="568719">
                  <a:moveTo>
                    <a:pt x="64643" y="562245"/>
                  </a:moveTo>
                  <a:cubicBezTo>
                    <a:pt x="62992" y="562245"/>
                    <a:pt x="61341" y="561610"/>
                    <a:pt x="59944" y="560340"/>
                  </a:cubicBezTo>
                  <a:lnTo>
                    <a:pt x="1905" y="502301"/>
                  </a:lnTo>
                  <a:cubicBezTo>
                    <a:pt x="635" y="501031"/>
                    <a:pt x="0" y="499380"/>
                    <a:pt x="0" y="497602"/>
                  </a:cubicBezTo>
                  <a:cubicBezTo>
                    <a:pt x="0" y="495824"/>
                    <a:pt x="762" y="494173"/>
                    <a:pt x="1905" y="492903"/>
                  </a:cubicBezTo>
                  <a:lnTo>
                    <a:pt x="424178" y="71136"/>
                  </a:lnTo>
                  <a:lnTo>
                    <a:pt x="378331" y="25162"/>
                  </a:lnTo>
                  <a:cubicBezTo>
                    <a:pt x="376553" y="23384"/>
                    <a:pt x="375918" y="20590"/>
                    <a:pt x="376807" y="18304"/>
                  </a:cubicBezTo>
                  <a:cubicBezTo>
                    <a:pt x="377696" y="16018"/>
                    <a:pt x="379855" y="14240"/>
                    <a:pt x="382395" y="14113"/>
                  </a:cubicBezTo>
                  <a:lnTo>
                    <a:pt x="561591" y="16"/>
                  </a:lnTo>
                  <a:cubicBezTo>
                    <a:pt x="563369" y="-111"/>
                    <a:pt x="565401" y="524"/>
                    <a:pt x="566798" y="1921"/>
                  </a:cubicBezTo>
                  <a:cubicBezTo>
                    <a:pt x="568195" y="3318"/>
                    <a:pt x="568830" y="5096"/>
                    <a:pt x="568703" y="7128"/>
                  </a:cubicBezTo>
                  <a:lnTo>
                    <a:pt x="554606" y="186198"/>
                  </a:lnTo>
                  <a:cubicBezTo>
                    <a:pt x="554352" y="188738"/>
                    <a:pt x="552701" y="190897"/>
                    <a:pt x="550415" y="191786"/>
                  </a:cubicBezTo>
                  <a:cubicBezTo>
                    <a:pt x="548129" y="192675"/>
                    <a:pt x="545335" y="192040"/>
                    <a:pt x="543557" y="190262"/>
                  </a:cubicBezTo>
                  <a:lnTo>
                    <a:pt x="491615" y="138446"/>
                  </a:lnTo>
                  <a:lnTo>
                    <a:pt x="69342" y="560467"/>
                  </a:lnTo>
                  <a:cubicBezTo>
                    <a:pt x="67945" y="561610"/>
                    <a:pt x="66294" y="562245"/>
                    <a:pt x="64643" y="562245"/>
                  </a:cubicBezTo>
                  <a:close/>
                  <a:moveTo>
                    <a:pt x="15748" y="497729"/>
                  </a:moveTo>
                  <a:lnTo>
                    <a:pt x="64516" y="546497"/>
                  </a:lnTo>
                  <a:lnTo>
                    <a:pt x="486916" y="124476"/>
                  </a:lnTo>
                  <a:cubicBezTo>
                    <a:pt x="489456" y="121936"/>
                    <a:pt x="493647" y="121936"/>
                    <a:pt x="496187" y="124476"/>
                  </a:cubicBezTo>
                  <a:lnTo>
                    <a:pt x="542795" y="170958"/>
                  </a:lnTo>
                  <a:lnTo>
                    <a:pt x="555241" y="13605"/>
                  </a:lnTo>
                  <a:lnTo>
                    <a:pt x="397762" y="26051"/>
                  </a:lnTo>
                  <a:lnTo>
                    <a:pt x="438275" y="66691"/>
                  </a:lnTo>
                  <a:cubicBezTo>
                    <a:pt x="440815" y="69231"/>
                    <a:pt x="440815" y="73295"/>
                    <a:pt x="438275" y="75962"/>
                  </a:cubicBezTo>
                  <a:lnTo>
                    <a:pt x="15748" y="49772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71374" y="797179"/>
              <a:ext cx="241299" cy="241173"/>
            </a:xfrm>
            <a:custGeom>
              <a:avLst/>
              <a:gdLst/>
              <a:ahLst/>
              <a:cxnLst/>
              <a:rect r="r" b="b" t="t" l="l"/>
              <a:pathLst>
                <a:path h="241173" w="241299">
                  <a:moveTo>
                    <a:pt x="0" y="0"/>
                  </a:moveTo>
                  <a:lnTo>
                    <a:pt x="241299" y="0"/>
                  </a:lnTo>
                  <a:lnTo>
                    <a:pt x="241299" y="241173"/>
                  </a:lnTo>
                  <a:lnTo>
                    <a:pt x="0" y="241173"/>
                  </a:lnTo>
                  <a:close/>
                </a:path>
              </a:pathLst>
            </a:custGeom>
            <a:solidFill>
              <a:srgbClr val="5A7845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4897" y="790702"/>
              <a:ext cx="254253" cy="253873"/>
            </a:xfrm>
            <a:custGeom>
              <a:avLst/>
              <a:gdLst/>
              <a:ahLst/>
              <a:cxnLst/>
              <a:rect r="r" b="b" t="t" l="l"/>
              <a:pathLst>
                <a:path h="253873" w="254253">
                  <a:moveTo>
                    <a:pt x="241299" y="12954"/>
                  </a:moveTo>
                  <a:lnTo>
                    <a:pt x="241299" y="241173"/>
                  </a:lnTo>
                  <a:lnTo>
                    <a:pt x="13081" y="241173"/>
                  </a:lnTo>
                  <a:lnTo>
                    <a:pt x="13081" y="12954"/>
                  </a:lnTo>
                  <a:close/>
                  <a:moveTo>
                    <a:pt x="6477" y="0"/>
                  </a:moveTo>
                  <a:cubicBezTo>
                    <a:pt x="2921" y="0"/>
                    <a:pt x="0" y="2921"/>
                    <a:pt x="0" y="6477"/>
                  </a:cubicBezTo>
                  <a:lnTo>
                    <a:pt x="0" y="247650"/>
                  </a:lnTo>
                  <a:cubicBezTo>
                    <a:pt x="0" y="250571"/>
                    <a:pt x="1905" y="252984"/>
                    <a:pt x="4445" y="253873"/>
                  </a:cubicBezTo>
                  <a:lnTo>
                    <a:pt x="249808" y="253873"/>
                  </a:lnTo>
                  <a:cubicBezTo>
                    <a:pt x="252474" y="252984"/>
                    <a:pt x="254253" y="250571"/>
                    <a:pt x="254253" y="247650"/>
                  </a:cubicBezTo>
                  <a:lnTo>
                    <a:pt x="254253" y="6477"/>
                  </a:lnTo>
                  <a:cubicBezTo>
                    <a:pt x="254253" y="2921"/>
                    <a:pt x="251332" y="0"/>
                    <a:pt x="247776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41" id="41"/>
            <p:cNvSpPr/>
            <p:nvPr/>
          </p:nvSpPr>
          <p:spPr>
            <a:xfrm flipH="false" flipV="false" rot="0">
              <a:off x="63500" y="63500"/>
              <a:ext cx="958845" cy="978408"/>
            </a:xfrm>
            <a:custGeom>
              <a:avLst/>
              <a:gdLst/>
              <a:ahLst/>
              <a:cxnLst/>
              <a:rect r="r" b="b" t="t" l="l"/>
              <a:pathLst>
                <a:path h="978408" w="958845">
                  <a:moveTo>
                    <a:pt x="0" y="978408"/>
                  </a:moveTo>
                  <a:lnTo>
                    <a:pt x="958845" y="978408"/>
                  </a:lnTo>
                  <a:lnTo>
                    <a:pt x="9588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2" id="42"/>
          <p:cNvSpPr txBox="true"/>
          <p:nvPr/>
        </p:nvSpPr>
        <p:spPr>
          <a:xfrm rot="0">
            <a:off x="4813373" y="689781"/>
            <a:ext cx="8834304" cy="273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9039"/>
              </a:lnSpc>
            </a:pPr>
            <a:r>
              <a:rPr lang="en-US" sz="13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TIMELINE</a:t>
            </a:r>
          </a:p>
          <a:p>
            <a:pPr algn="ctr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The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follows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a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structured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four-phase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process:</a:t>
            </a:r>
          </a:p>
        </p:txBody>
      </p:sp>
      <p:sp>
        <p:nvSpPr>
          <p:cNvPr name="TextBox 43" id="43"/>
          <p:cNvSpPr txBox="true"/>
          <p:nvPr/>
        </p:nvSpPr>
        <p:spPr>
          <a:xfrm rot="0">
            <a:off x="5431126" y="3170872"/>
            <a:ext cx="91640" cy="4205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</a:p>
        </p:txBody>
      </p:sp>
      <p:sp>
        <p:nvSpPr>
          <p:cNvPr name="TextBox 44" id="44"/>
          <p:cNvSpPr txBox="true"/>
          <p:nvPr/>
        </p:nvSpPr>
        <p:spPr>
          <a:xfrm rot="0">
            <a:off x="3081252" y="7099325"/>
            <a:ext cx="4327017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Implementation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Executing the designs and producing assets.</a:t>
            </a:r>
          </a:p>
        </p:txBody>
      </p:sp>
      <p:sp>
        <p:nvSpPr>
          <p:cNvPr name="TextBox 45" id="45"/>
          <p:cNvSpPr txBox="true"/>
          <p:nvPr/>
        </p:nvSpPr>
        <p:spPr>
          <a:xfrm rot="0">
            <a:off x="3081252" y="4643190"/>
            <a:ext cx="5243312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Research &amp; Analysis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Understanding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client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needs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and industry trends.</a:t>
            </a:r>
          </a:p>
        </p:txBody>
      </p:sp>
      <p:sp>
        <p:nvSpPr>
          <p:cNvPr name="TextBox 46" id="46"/>
          <p:cNvSpPr txBox="true"/>
          <p:nvPr/>
        </p:nvSpPr>
        <p:spPr>
          <a:xfrm rot="0">
            <a:off x="10918736" y="7071960"/>
            <a:ext cx="4162111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Review &amp; Evaluation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Gathering feedback and refining the final outputs.</a:t>
            </a:r>
          </a:p>
        </p:txBody>
      </p:sp>
      <p:sp>
        <p:nvSpPr>
          <p:cNvPr name="TextBox 47" id="47"/>
          <p:cNvSpPr txBox="true"/>
          <p:nvPr/>
        </p:nvSpPr>
        <p:spPr>
          <a:xfrm rot="0">
            <a:off x="10841203" y="4615825"/>
            <a:ext cx="5214195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Concept</a:t>
            </a:r>
            <a:r>
              <a:rPr lang="en-US" b="true" sz="2499">
                <a:solidFill>
                  <a:srgbClr val="000000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 </a:t>
            </a:r>
            <a:r>
              <a:rPr lang="en-US" b="true" sz="2499">
                <a:solidFill>
                  <a:srgbClr val="47423E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Development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Creatingmoodboards, sketches, and</a:t>
            </a:r>
            <a:r>
              <a:rPr lang="en-US" sz="2499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rPr>
              <a:t> </a:t>
            </a: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prototypes.</a:t>
            </a:r>
          </a:p>
        </p:txBody>
      </p:sp>
      <p:sp>
        <p:nvSpPr>
          <p:cNvPr name="TextBox 48" id="48"/>
          <p:cNvSpPr txBox="true"/>
          <p:nvPr/>
        </p:nvSpPr>
        <p:spPr>
          <a:xfrm rot="0">
            <a:off x="1949977" y="4017274"/>
            <a:ext cx="831828" cy="43113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248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01 03</a:t>
            </a:r>
          </a:p>
        </p:txBody>
      </p:sp>
      <p:sp>
        <p:nvSpPr>
          <p:cNvPr name="TextBox 49" id="49"/>
          <p:cNvSpPr txBox="true"/>
          <p:nvPr/>
        </p:nvSpPr>
        <p:spPr>
          <a:xfrm rot="0">
            <a:off x="9709918" y="4675708"/>
            <a:ext cx="831828" cy="116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02</a:t>
            </a:r>
          </a:p>
        </p:txBody>
      </p:sp>
      <p:sp>
        <p:nvSpPr>
          <p:cNvPr name="TextBox 50" id="50"/>
          <p:cNvSpPr txBox="true"/>
          <p:nvPr/>
        </p:nvSpPr>
        <p:spPr>
          <a:xfrm rot="0">
            <a:off x="9787461" y="7131844"/>
            <a:ext cx="831828" cy="11694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9099"/>
              </a:lnSpc>
            </a:pPr>
            <a:r>
              <a:rPr lang="en-US" sz="6499">
                <a:solidFill>
                  <a:srgbClr val="47423E"/>
                </a:solidFill>
                <a:latin typeface="Anton"/>
                <a:ea typeface="Anton"/>
                <a:cs typeface="Anton"/>
                <a:sym typeface="Anton"/>
              </a:rPr>
              <a:t>04</a:t>
            </a:r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8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7383875"/>
            <a:ext cx="3893820" cy="1874425"/>
            <a:chOff x="0" y="0"/>
            <a:chExt cx="3893820" cy="1874418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3892423" cy="1874388"/>
            </a:xfrm>
            <a:custGeom>
              <a:avLst/>
              <a:gdLst/>
              <a:ahLst/>
              <a:cxnLst/>
              <a:rect r="r" b="b" t="t" l="l"/>
              <a:pathLst>
                <a:path h="1874388" w="3892423">
                  <a:moveTo>
                    <a:pt x="0" y="0"/>
                  </a:moveTo>
                  <a:lnTo>
                    <a:pt x="0" y="1874388"/>
                  </a:lnTo>
                  <a:lnTo>
                    <a:pt x="3892423" y="1874388"/>
                  </a:lnTo>
                  <a:lnTo>
                    <a:pt x="3892423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5123669" y="7383875"/>
            <a:ext cx="3316243" cy="1874425"/>
            <a:chOff x="0" y="0"/>
            <a:chExt cx="3316249" cy="1874418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3313436" cy="1874388"/>
            </a:xfrm>
            <a:custGeom>
              <a:avLst/>
              <a:gdLst/>
              <a:ahLst/>
              <a:cxnLst/>
              <a:rect r="r" b="b" t="t" l="l"/>
              <a:pathLst>
                <a:path h="1874388" w="3313436">
                  <a:moveTo>
                    <a:pt x="0" y="0"/>
                  </a:moveTo>
                  <a:lnTo>
                    <a:pt x="0" y="1874388"/>
                  </a:lnTo>
                  <a:lnTo>
                    <a:pt x="3313436" y="1874388"/>
                  </a:lnTo>
                  <a:lnTo>
                    <a:pt x="3313436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6" id="6"/>
          <p:cNvGrpSpPr/>
          <p:nvPr/>
        </p:nvGrpSpPr>
        <p:grpSpPr>
          <a:xfrm rot="0">
            <a:off x="8646671" y="7383875"/>
            <a:ext cx="4200649" cy="1874425"/>
            <a:chOff x="0" y="0"/>
            <a:chExt cx="4200652" cy="1874418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4199514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14">
                  <a:moveTo>
                    <a:pt x="0" y="0"/>
                  </a:moveTo>
                  <a:lnTo>
                    <a:pt x="0" y="1874388"/>
                  </a:lnTo>
                  <a:lnTo>
                    <a:pt x="4199514" y="1874388"/>
                  </a:lnTo>
                  <a:lnTo>
                    <a:pt x="4199514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8" id="8"/>
          <p:cNvGrpSpPr/>
          <p:nvPr/>
        </p:nvGrpSpPr>
        <p:grpSpPr>
          <a:xfrm rot="0">
            <a:off x="13059842" y="7383875"/>
            <a:ext cx="4200982" cy="1874425"/>
            <a:chOff x="0" y="0"/>
            <a:chExt cx="4200982" cy="1874418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4199509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9">
                  <a:moveTo>
                    <a:pt x="0" y="0"/>
                  </a:moveTo>
                  <a:lnTo>
                    <a:pt x="0" y="1874388"/>
                  </a:lnTo>
                  <a:lnTo>
                    <a:pt x="4199509" y="1874388"/>
                  </a:lnTo>
                  <a:lnTo>
                    <a:pt x="4199509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652019" y="1028700"/>
            <a:ext cx="4466692" cy="5612749"/>
            <a:chOff x="0" y="0"/>
            <a:chExt cx="5955589" cy="748366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5955538" cy="7483602"/>
            </a:xfrm>
            <a:custGeom>
              <a:avLst/>
              <a:gdLst/>
              <a:ahLst/>
              <a:cxnLst/>
              <a:rect r="r" b="b" t="t" l="l"/>
              <a:pathLst>
                <a:path h="7483602" w="5955538">
                  <a:moveTo>
                    <a:pt x="0" y="0"/>
                  </a:moveTo>
                  <a:lnTo>
                    <a:pt x="5955538" y="0"/>
                  </a:lnTo>
                  <a:lnTo>
                    <a:pt x="5955538" y="7483602"/>
                  </a:lnTo>
                  <a:lnTo>
                    <a:pt x="0" y="748360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0" t="-9631" r="0" b="-974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028700" y="7383875"/>
            <a:ext cx="3892486" cy="1874425"/>
            <a:chOff x="0" y="0"/>
            <a:chExt cx="3892486" cy="187441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3892427" cy="1874388"/>
            </a:xfrm>
            <a:custGeom>
              <a:avLst/>
              <a:gdLst/>
              <a:ahLst/>
              <a:cxnLst/>
              <a:rect r="r" b="b" t="t" l="l"/>
              <a:pathLst>
                <a:path h="1874388" w="3892427">
                  <a:moveTo>
                    <a:pt x="0" y="1874388"/>
                  </a:moveTo>
                  <a:lnTo>
                    <a:pt x="3892427" y="1874388"/>
                  </a:lnTo>
                  <a:lnTo>
                    <a:pt x="389242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5123669" y="7383875"/>
            <a:ext cx="3313452" cy="1874425"/>
            <a:chOff x="0" y="0"/>
            <a:chExt cx="3313455" cy="187441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313431" cy="1874388"/>
            </a:xfrm>
            <a:custGeom>
              <a:avLst/>
              <a:gdLst/>
              <a:ahLst/>
              <a:cxnLst/>
              <a:rect r="r" b="b" t="t" l="l"/>
              <a:pathLst>
                <a:path h="1874388" w="3313431">
                  <a:moveTo>
                    <a:pt x="0" y="1874388"/>
                  </a:moveTo>
                  <a:lnTo>
                    <a:pt x="3313431" y="1874388"/>
                  </a:lnTo>
                  <a:lnTo>
                    <a:pt x="331343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6" id="16"/>
          <p:cNvGrpSpPr/>
          <p:nvPr/>
        </p:nvGrpSpPr>
        <p:grpSpPr>
          <a:xfrm rot="0">
            <a:off x="8646671" y="7383875"/>
            <a:ext cx="4199458" cy="1874425"/>
            <a:chOff x="0" y="0"/>
            <a:chExt cx="4199458" cy="1874418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4199507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7">
                  <a:moveTo>
                    <a:pt x="0" y="1874388"/>
                  </a:moveTo>
                  <a:lnTo>
                    <a:pt x="4199507" y="1874388"/>
                  </a:lnTo>
                  <a:lnTo>
                    <a:pt x="41995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13059842" y="7383875"/>
            <a:ext cx="4199458" cy="1874425"/>
            <a:chOff x="0" y="0"/>
            <a:chExt cx="4199458" cy="1874418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4199507" cy="1874388"/>
            </a:xfrm>
            <a:custGeom>
              <a:avLst/>
              <a:gdLst/>
              <a:ahLst/>
              <a:cxnLst/>
              <a:rect r="r" b="b" t="t" l="l"/>
              <a:pathLst>
                <a:path h="1874388" w="4199507">
                  <a:moveTo>
                    <a:pt x="0" y="1874388"/>
                  </a:moveTo>
                  <a:lnTo>
                    <a:pt x="4199507" y="1874388"/>
                  </a:lnTo>
                  <a:lnTo>
                    <a:pt x="4199507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5782211" y="378333"/>
            <a:ext cx="1346473" cy="2184397"/>
            <a:chOff x="0" y="0"/>
            <a:chExt cx="1346479" cy="218440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80899" y="86868"/>
              <a:ext cx="1185166" cy="2010410"/>
            </a:xfrm>
            <a:custGeom>
              <a:avLst/>
              <a:gdLst/>
              <a:ahLst/>
              <a:cxnLst/>
              <a:rect r="r" b="b" t="t" l="l"/>
              <a:pathLst>
                <a:path h="2010410" w="1185166">
                  <a:moveTo>
                    <a:pt x="1185166" y="592582"/>
                  </a:moveTo>
                  <a:lnTo>
                    <a:pt x="1185166" y="1417828"/>
                  </a:lnTo>
                  <a:cubicBezTo>
                    <a:pt x="1185166" y="1745234"/>
                    <a:pt x="919990" y="2010410"/>
                    <a:pt x="592583" y="2010410"/>
                  </a:cubicBezTo>
                  <a:cubicBezTo>
                    <a:pt x="265177" y="2010410"/>
                    <a:pt x="0" y="1744980"/>
                    <a:pt x="0" y="1417701"/>
                  </a:cubicBezTo>
                  <a:lnTo>
                    <a:pt x="0" y="592582"/>
                  </a:lnTo>
                  <a:cubicBezTo>
                    <a:pt x="0" y="265176"/>
                    <a:pt x="265176" y="0"/>
                    <a:pt x="592583" y="0"/>
                  </a:cubicBezTo>
                  <a:cubicBezTo>
                    <a:pt x="919989" y="0"/>
                    <a:pt x="1185166" y="265176"/>
                    <a:pt x="1185166" y="592582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9342"/>
              <a:ext cx="1219202" cy="2045335"/>
            </a:xfrm>
            <a:custGeom>
              <a:avLst/>
              <a:gdLst/>
              <a:ahLst/>
              <a:cxnLst/>
              <a:rect r="r" b="b" t="t" l="l"/>
              <a:pathLst>
                <a:path h="2045335" w="1219202">
                  <a:moveTo>
                    <a:pt x="609982" y="34798"/>
                  </a:moveTo>
                  <a:cubicBezTo>
                    <a:pt x="927228" y="34798"/>
                    <a:pt x="1185166" y="292989"/>
                    <a:pt x="1185166" y="609981"/>
                  </a:cubicBezTo>
                  <a:lnTo>
                    <a:pt x="1185166" y="1434973"/>
                  </a:lnTo>
                  <a:cubicBezTo>
                    <a:pt x="1185166" y="1752092"/>
                    <a:pt x="927101" y="2010156"/>
                    <a:pt x="609982" y="2010156"/>
                  </a:cubicBezTo>
                  <a:cubicBezTo>
                    <a:pt x="292862" y="2010156"/>
                    <a:pt x="34798" y="1752346"/>
                    <a:pt x="34798" y="1435100"/>
                  </a:cubicBezTo>
                  <a:lnTo>
                    <a:pt x="34798" y="610108"/>
                  </a:lnTo>
                  <a:cubicBezTo>
                    <a:pt x="34798" y="292989"/>
                    <a:pt x="292863" y="34798"/>
                    <a:pt x="609982" y="34798"/>
                  </a:cubicBezTo>
                  <a:close/>
                  <a:moveTo>
                    <a:pt x="609982" y="0"/>
                  </a:moveTo>
                  <a:cubicBezTo>
                    <a:pt x="273558" y="127"/>
                    <a:pt x="0" y="273685"/>
                    <a:pt x="0" y="610108"/>
                  </a:cubicBezTo>
                  <a:lnTo>
                    <a:pt x="0" y="1435354"/>
                  </a:lnTo>
                  <a:cubicBezTo>
                    <a:pt x="0" y="1771650"/>
                    <a:pt x="273558" y="2045335"/>
                    <a:pt x="609982" y="2045335"/>
                  </a:cubicBezTo>
                  <a:cubicBezTo>
                    <a:pt x="936499" y="2045335"/>
                    <a:pt x="1203835" y="1787271"/>
                    <a:pt x="1219202" y="1464437"/>
                  </a:cubicBezTo>
                  <a:lnTo>
                    <a:pt x="1219202" y="580771"/>
                  </a:lnTo>
                  <a:cubicBezTo>
                    <a:pt x="1203835" y="257937"/>
                    <a:pt x="936499" y="127"/>
                    <a:pt x="609982" y="127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51079" y="1091819"/>
              <a:ext cx="844297" cy="844296"/>
            </a:xfrm>
            <a:custGeom>
              <a:avLst/>
              <a:gdLst/>
              <a:ahLst/>
              <a:cxnLst/>
              <a:rect r="r" b="b" t="t" l="l"/>
              <a:pathLst>
                <a:path h="844296" w="844297">
                  <a:moveTo>
                    <a:pt x="844298" y="422148"/>
                  </a:moveTo>
                  <a:cubicBezTo>
                    <a:pt x="844298" y="435991"/>
                    <a:pt x="843663" y="449707"/>
                    <a:pt x="842266" y="463550"/>
                  </a:cubicBezTo>
                  <a:cubicBezTo>
                    <a:pt x="840869" y="477393"/>
                    <a:pt x="838837" y="490982"/>
                    <a:pt x="836170" y="504571"/>
                  </a:cubicBezTo>
                  <a:cubicBezTo>
                    <a:pt x="833503" y="518160"/>
                    <a:pt x="830074" y="531495"/>
                    <a:pt x="826137" y="544703"/>
                  </a:cubicBezTo>
                  <a:cubicBezTo>
                    <a:pt x="822200" y="557911"/>
                    <a:pt x="817501" y="570865"/>
                    <a:pt x="812166" y="583692"/>
                  </a:cubicBezTo>
                  <a:cubicBezTo>
                    <a:pt x="806832" y="596519"/>
                    <a:pt x="800990" y="608965"/>
                    <a:pt x="794513" y="621157"/>
                  </a:cubicBezTo>
                  <a:cubicBezTo>
                    <a:pt x="788036" y="633349"/>
                    <a:pt x="780924" y="645160"/>
                    <a:pt x="773177" y="656717"/>
                  </a:cubicBezTo>
                  <a:cubicBezTo>
                    <a:pt x="765430" y="668274"/>
                    <a:pt x="757302" y="679323"/>
                    <a:pt x="748539" y="689991"/>
                  </a:cubicBezTo>
                  <a:cubicBezTo>
                    <a:pt x="739776" y="700659"/>
                    <a:pt x="730505" y="710946"/>
                    <a:pt x="720726" y="720725"/>
                  </a:cubicBezTo>
                  <a:cubicBezTo>
                    <a:pt x="710947" y="730504"/>
                    <a:pt x="700787" y="739775"/>
                    <a:pt x="689992" y="748538"/>
                  </a:cubicBezTo>
                  <a:cubicBezTo>
                    <a:pt x="679197" y="757301"/>
                    <a:pt x="668275" y="765556"/>
                    <a:pt x="656718" y="773176"/>
                  </a:cubicBezTo>
                  <a:cubicBezTo>
                    <a:pt x="645161" y="780796"/>
                    <a:pt x="633350" y="787908"/>
                    <a:pt x="621158" y="794512"/>
                  </a:cubicBezTo>
                  <a:cubicBezTo>
                    <a:pt x="608966" y="801116"/>
                    <a:pt x="596520" y="806958"/>
                    <a:pt x="583693" y="812165"/>
                  </a:cubicBezTo>
                  <a:cubicBezTo>
                    <a:pt x="570866" y="817372"/>
                    <a:pt x="557912" y="822071"/>
                    <a:pt x="544704" y="826135"/>
                  </a:cubicBezTo>
                  <a:cubicBezTo>
                    <a:pt x="531496" y="830199"/>
                    <a:pt x="518034" y="833501"/>
                    <a:pt x="504572" y="836168"/>
                  </a:cubicBezTo>
                  <a:cubicBezTo>
                    <a:pt x="491110" y="838835"/>
                    <a:pt x="477394" y="840867"/>
                    <a:pt x="463551" y="842264"/>
                  </a:cubicBezTo>
                  <a:cubicBezTo>
                    <a:pt x="449708" y="843661"/>
                    <a:pt x="435992" y="844296"/>
                    <a:pt x="422149" y="844296"/>
                  </a:cubicBezTo>
                  <a:cubicBezTo>
                    <a:pt x="408306" y="844296"/>
                    <a:pt x="394590" y="843661"/>
                    <a:pt x="380747" y="842264"/>
                  </a:cubicBezTo>
                  <a:cubicBezTo>
                    <a:pt x="366904" y="840867"/>
                    <a:pt x="353315" y="838835"/>
                    <a:pt x="339726" y="836168"/>
                  </a:cubicBezTo>
                  <a:cubicBezTo>
                    <a:pt x="326137" y="833501"/>
                    <a:pt x="312802" y="830072"/>
                    <a:pt x="299594" y="826135"/>
                  </a:cubicBezTo>
                  <a:cubicBezTo>
                    <a:pt x="286386" y="822198"/>
                    <a:pt x="273432" y="817499"/>
                    <a:pt x="260605" y="812165"/>
                  </a:cubicBezTo>
                  <a:cubicBezTo>
                    <a:pt x="247778" y="806831"/>
                    <a:pt x="235332" y="800989"/>
                    <a:pt x="223140" y="794512"/>
                  </a:cubicBezTo>
                  <a:cubicBezTo>
                    <a:pt x="210948" y="788035"/>
                    <a:pt x="199137" y="780923"/>
                    <a:pt x="187580" y="773176"/>
                  </a:cubicBezTo>
                  <a:cubicBezTo>
                    <a:pt x="176023" y="765429"/>
                    <a:pt x="164974" y="757301"/>
                    <a:pt x="154306" y="748538"/>
                  </a:cubicBezTo>
                  <a:cubicBezTo>
                    <a:pt x="143638" y="739775"/>
                    <a:pt x="133351" y="730504"/>
                    <a:pt x="123572" y="720725"/>
                  </a:cubicBezTo>
                  <a:cubicBezTo>
                    <a:pt x="113793" y="710946"/>
                    <a:pt x="104522" y="700786"/>
                    <a:pt x="95758" y="689991"/>
                  </a:cubicBezTo>
                  <a:cubicBezTo>
                    <a:pt x="86995" y="679196"/>
                    <a:pt x="78740" y="668274"/>
                    <a:pt x="71120" y="656717"/>
                  </a:cubicBezTo>
                  <a:cubicBezTo>
                    <a:pt x="63500" y="645160"/>
                    <a:pt x="56388" y="633349"/>
                    <a:pt x="49784" y="621157"/>
                  </a:cubicBezTo>
                  <a:cubicBezTo>
                    <a:pt x="43180" y="608965"/>
                    <a:pt x="37338" y="596519"/>
                    <a:pt x="32131" y="583692"/>
                  </a:cubicBezTo>
                  <a:cubicBezTo>
                    <a:pt x="26924" y="570865"/>
                    <a:pt x="22225" y="557911"/>
                    <a:pt x="18161" y="544703"/>
                  </a:cubicBezTo>
                  <a:cubicBezTo>
                    <a:pt x="14097" y="531495"/>
                    <a:pt x="10795" y="518033"/>
                    <a:pt x="8128" y="504571"/>
                  </a:cubicBezTo>
                  <a:cubicBezTo>
                    <a:pt x="5461" y="491109"/>
                    <a:pt x="3429" y="477393"/>
                    <a:pt x="2032" y="463550"/>
                  </a:cubicBezTo>
                  <a:cubicBezTo>
                    <a:pt x="635" y="449707"/>
                    <a:pt x="0" y="435991"/>
                    <a:pt x="0" y="422148"/>
                  </a:cubicBezTo>
                  <a:cubicBezTo>
                    <a:pt x="0" y="408305"/>
                    <a:pt x="635" y="394589"/>
                    <a:pt x="2032" y="380746"/>
                  </a:cubicBezTo>
                  <a:cubicBezTo>
                    <a:pt x="3429" y="366903"/>
                    <a:pt x="5461" y="353314"/>
                    <a:pt x="8128" y="339725"/>
                  </a:cubicBezTo>
                  <a:cubicBezTo>
                    <a:pt x="10795" y="326136"/>
                    <a:pt x="14224" y="312801"/>
                    <a:pt x="18161" y="299593"/>
                  </a:cubicBezTo>
                  <a:cubicBezTo>
                    <a:pt x="22098" y="286385"/>
                    <a:pt x="26797" y="273431"/>
                    <a:pt x="32131" y="260604"/>
                  </a:cubicBezTo>
                  <a:cubicBezTo>
                    <a:pt x="37465" y="247777"/>
                    <a:pt x="43307" y="235331"/>
                    <a:pt x="49784" y="223139"/>
                  </a:cubicBezTo>
                  <a:cubicBezTo>
                    <a:pt x="56261" y="210947"/>
                    <a:pt x="63373" y="199136"/>
                    <a:pt x="71120" y="187579"/>
                  </a:cubicBezTo>
                  <a:cubicBezTo>
                    <a:pt x="78867" y="176022"/>
                    <a:pt x="86995" y="164973"/>
                    <a:pt x="95758" y="154305"/>
                  </a:cubicBezTo>
                  <a:cubicBezTo>
                    <a:pt x="104522" y="143637"/>
                    <a:pt x="113793" y="133350"/>
                    <a:pt x="123572" y="123571"/>
                  </a:cubicBezTo>
                  <a:cubicBezTo>
                    <a:pt x="133351" y="113792"/>
                    <a:pt x="143511" y="104521"/>
                    <a:pt x="154306" y="95758"/>
                  </a:cubicBezTo>
                  <a:cubicBezTo>
                    <a:pt x="165101" y="86995"/>
                    <a:pt x="176023" y="78740"/>
                    <a:pt x="187580" y="71120"/>
                  </a:cubicBezTo>
                  <a:cubicBezTo>
                    <a:pt x="199137" y="63500"/>
                    <a:pt x="210948" y="56388"/>
                    <a:pt x="223140" y="49784"/>
                  </a:cubicBezTo>
                  <a:cubicBezTo>
                    <a:pt x="235332" y="43180"/>
                    <a:pt x="247778" y="37338"/>
                    <a:pt x="260605" y="32131"/>
                  </a:cubicBezTo>
                  <a:cubicBezTo>
                    <a:pt x="273432" y="26924"/>
                    <a:pt x="286386" y="22225"/>
                    <a:pt x="299594" y="18161"/>
                  </a:cubicBezTo>
                  <a:cubicBezTo>
                    <a:pt x="312802" y="14097"/>
                    <a:pt x="326264" y="10795"/>
                    <a:pt x="339726" y="8128"/>
                  </a:cubicBezTo>
                  <a:cubicBezTo>
                    <a:pt x="353188" y="5461"/>
                    <a:pt x="366904" y="3429"/>
                    <a:pt x="380747" y="2032"/>
                  </a:cubicBezTo>
                  <a:cubicBezTo>
                    <a:pt x="394590" y="635"/>
                    <a:pt x="408306" y="0"/>
                    <a:pt x="422149" y="0"/>
                  </a:cubicBezTo>
                  <a:cubicBezTo>
                    <a:pt x="435992" y="0"/>
                    <a:pt x="449708" y="635"/>
                    <a:pt x="463551" y="2032"/>
                  </a:cubicBezTo>
                  <a:cubicBezTo>
                    <a:pt x="477394" y="3429"/>
                    <a:pt x="490983" y="5461"/>
                    <a:pt x="504572" y="8128"/>
                  </a:cubicBezTo>
                  <a:cubicBezTo>
                    <a:pt x="518161" y="10795"/>
                    <a:pt x="531496" y="14224"/>
                    <a:pt x="544704" y="18161"/>
                  </a:cubicBezTo>
                  <a:cubicBezTo>
                    <a:pt x="557912" y="22098"/>
                    <a:pt x="570866" y="26797"/>
                    <a:pt x="583693" y="32131"/>
                  </a:cubicBezTo>
                  <a:cubicBezTo>
                    <a:pt x="596520" y="37465"/>
                    <a:pt x="608966" y="43307"/>
                    <a:pt x="621158" y="49784"/>
                  </a:cubicBezTo>
                  <a:cubicBezTo>
                    <a:pt x="633350" y="56261"/>
                    <a:pt x="645161" y="63373"/>
                    <a:pt x="656718" y="71120"/>
                  </a:cubicBezTo>
                  <a:cubicBezTo>
                    <a:pt x="668275" y="78867"/>
                    <a:pt x="679324" y="86995"/>
                    <a:pt x="689992" y="95758"/>
                  </a:cubicBezTo>
                  <a:cubicBezTo>
                    <a:pt x="700660" y="104521"/>
                    <a:pt x="710947" y="113792"/>
                    <a:pt x="720726" y="123571"/>
                  </a:cubicBezTo>
                  <a:cubicBezTo>
                    <a:pt x="730505" y="133350"/>
                    <a:pt x="739776" y="143510"/>
                    <a:pt x="748539" y="154305"/>
                  </a:cubicBezTo>
                  <a:cubicBezTo>
                    <a:pt x="757302" y="165100"/>
                    <a:pt x="765557" y="176022"/>
                    <a:pt x="773177" y="187579"/>
                  </a:cubicBezTo>
                  <a:cubicBezTo>
                    <a:pt x="780797" y="199136"/>
                    <a:pt x="787909" y="210947"/>
                    <a:pt x="794513" y="223139"/>
                  </a:cubicBezTo>
                  <a:cubicBezTo>
                    <a:pt x="801117" y="235331"/>
                    <a:pt x="806959" y="247777"/>
                    <a:pt x="812166" y="260604"/>
                  </a:cubicBezTo>
                  <a:cubicBezTo>
                    <a:pt x="817374" y="273431"/>
                    <a:pt x="822073" y="286385"/>
                    <a:pt x="826137" y="299593"/>
                  </a:cubicBezTo>
                  <a:cubicBezTo>
                    <a:pt x="830201" y="312801"/>
                    <a:pt x="833503" y="326263"/>
                    <a:pt x="836170" y="339725"/>
                  </a:cubicBezTo>
                  <a:cubicBezTo>
                    <a:pt x="838837" y="353187"/>
                    <a:pt x="840869" y="366903"/>
                    <a:pt x="842266" y="380746"/>
                  </a:cubicBezTo>
                  <a:cubicBezTo>
                    <a:pt x="843663" y="394589"/>
                    <a:pt x="844298" y="408305"/>
                    <a:pt x="844298" y="422148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33680" y="1074166"/>
              <a:ext cx="879603" cy="879856"/>
            </a:xfrm>
            <a:custGeom>
              <a:avLst/>
              <a:gdLst/>
              <a:ahLst/>
              <a:cxnLst/>
              <a:rect r="r" b="b" t="t" l="l"/>
              <a:pathLst>
                <a:path h="879856" w="879603">
                  <a:moveTo>
                    <a:pt x="439802" y="879729"/>
                  </a:moveTo>
                  <a:cubicBezTo>
                    <a:pt x="197232" y="879729"/>
                    <a:pt x="0" y="682244"/>
                    <a:pt x="0" y="439801"/>
                  </a:cubicBezTo>
                  <a:cubicBezTo>
                    <a:pt x="0" y="197358"/>
                    <a:pt x="197359" y="0"/>
                    <a:pt x="439802" y="0"/>
                  </a:cubicBezTo>
                  <a:cubicBezTo>
                    <a:pt x="682245" y="0"/>
                    <a:pt x="879604" y="197231"/>
                    <a:pt x="879604" y="439928"/>
                  </a:cubicBezTo>
                  <a:cubicBezTo>
                    <a:pt x="879604" y="682625"/>
                    <a:pt x="682372" y="879856"/>
                    <a:pt x="439802" y="879856"/>
                  </a:cubicBezTo>
                  <a:close/>
                  <a:moveTo>
                    <a:pt x="439802" y="35941"/>
                  </a:moveTo>
                  <a:cubicBezTo>
                    <a:pt x="217044" y="35941"/>
                    <a:pt x="35814" y="217170"/>
                    <a:pt x="35814" y="440055"/>
                  </a:cubicBezTo>
                  <a:cubicBezTo>
                    <a:pt x="35814" y="662940"/>
                    <a:pt x="217044" y="844169"/>
                    <a:pt x="439802" y="844169"/>
                  </a:cubicBezTo>
                  <a:cubicBezTo>
                    <a:pt x="662560" y="844169"/>
                    <a:pt x="843790" y="662940"/>
                    <a:pt x="843790" y="440055"/>
                  </a:cubicBezTo>
                  <a:cubicBezTo>
                    <a:pt x="843790" y="217170"/>
                    <a:pt x="662560" y="35814"/>
                    <a:pt x="439802" y="3581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358030" y="1238123"/>
              <a:ext cx="634603" cy="556133"/>
            </a:xfrm>
            <a:custGeom>
              <a:avLst/>
              <a:gdLst/>
              <a:ahLst/>
              <a:cxnLst/>
              <a:rect r="r" b="b" t="t" l="l"/>
              <a:pathLst>
                <a:path h="556133" w="634603">
                  <a:moveTo>
                    <a:pt x="111" y="556133"/>
                  </a:moveTo>
                  <a:cubicBezTo>
                    <a:pt x="-9669" y="544830"/>
                    <a:pt x="634603" y="0"/>
                    <a:pt x="634603" y="0"/>
                  </a:cubicBezTo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340233" y="1224407"/>
              <a:ext cx="663957" cy="581533"/>
            </a:xfrm>
            <a:custGeom>
              <a:avLst/>
              <a:gdLst/>
              <a:ahLst/>
              <a:cxnLst/>
              <a:rect r="r" b="b" t="t" l="l"/>
              <a:pathLst>
                <a:path h="581533" w="663957">
                  <a:moveTo>
                    <a:pt x="4318" y="581533"/>
                  </a:moveTo>
                  <a:lnTo>
                    <a:pt x="0" y="567944"/>
                  </a:lnTo>
                  <a:cubicBezTo>
                    <a:pt x="635" y="558165"/>
                    <a:pt x="2032" y="540131"/>
                    <a:pt x="640843" y="0"/>
                  </a:cubicBezTo>
                  <a:lnTo>
                    <a:pt x="663957" y="27305"/>
                  </a:lnTo>
                  <a:cubicBezTo>
                    <a:pt x="421387" y="232410"/>
                    <a:pt x="53468" y="548132"/>
                    <a:pt x="33655" y="577342"/>
                  </a:cubicBezTo>
                  <a:cubicBezTo>
                    <a:pt x="36323" y="573532"/>
                    <a:pt x="37339" y="564769"/>
                    <a:pt x="31369" y="558038"/>
                  </a:cubicBezTo>
                  <a:lnTo>
                    <a:pt x="4191" y="58153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432436" y="1516253"/>
              <a:ext cx="220726" cy="220726"/>
            </a:xfrm>
            <a:custGeom>
              <a:avLst/>
              <a:gdLst/>
              <a:ahLst/>
              <a:cxnLst/>
              <a:rect r="r" b="b" t="t" l="l"/>
              <a:pathLst>
                <a:path h="220726" w="220726">
                  <a:moveTo>
                    <a:pt x="220726" y="110363"/>
                  </a:moveTo>
                  <a:cubicBezTo>
                    <a:pt x="220726" y="117602"/>
                    <a:pt x="219964" y="124841"/>
                    <a:pt x="218567" y="131953"/>
                  </a:cubicBezTo>
                  <a:cubicBezTo>
                    <a:pt x="217170" y="139065"/>
                    <a:pt x="215011" y="145923"/>
                    <a:pt x="212344" y="152654"/>
                  </a:cubicBezTo>
                  <a:cubicBezTo>
                    <a:pt x="209677" y="159385"/>
                    <a:pt x="206121" y="165735"/>
                    <a:pt x="202184" y="171704"/>
                  </a:cubicBezTo>
                  <a:cubicBezTo>
                    <a:pt x="198247" y="177673"/>
                    <a:pt x="193548" y="183261"/>
                    <a:pt x="188468" y="188468"/>
                  </a:cubicBezTo>
                  <a:cubicBezTo>
                    <a:pt x="183388" y="193675"/>
                    <a:pt x="177800" y="198120"/>
                    <a:pt x="171704" y="202184"/>
                  </a:cubicBezTo>
                  <a:cubicBezTo>
                    <a:pt x="165608" y="206248"/>
                    <a:pt x="159258" y="209677"/>
                    <a:pt x="152654" y="212344"/>
                  </a:cubicBezTo>
                  <a:cubicBezTo>
                    <a:pt x="146050" y="215011"/>
                    <a:pt x="139065" y="217170"/>
                    <a:pt x="131953" y="218567"/>
                  </a:cubicBezTo>
                  <a:cubicBezTo>
                    <a:pt x="124841" y="219964"/>
                    <a:pt x="117602" y="220726"/>
                    <a:pt x="110363" y="220726"/>
                  </a:cubicBezTo>
                  <a:cubicBezTo>
                    <a:pt x="103124" y="220726"/>
                    <a:pt x="95885" y="219964"/>
                    <a:pt x="88773" y="218567"/>
                  </a:cubicBezTo>
                  <a:cubicBezTo>
                    <a:pt x="81661" y="217170"/>
                    <a:pt x="74803" y="215011"/>
                    <a:pt x="68072" y="212344"/>
                  </a:cubicBezTo>
                  <a:cubicBezTo>
                    <a:pt x="61341" y="209677"/>
                    <a:pt x="54991" y="206121"/>
                    <a:pt x="49022" y="202184"/>
                  </a:cubicBezTo>
                  <a:cubicBezTo>
                    <a:pt x="43053" y="198247"/>
                    <a:pt x="37465" y="193548"/>
                    <a:pt x="32258" y="188468"/>
                  </a:cubicBezTo>
                  <a:cubicBezTo>
                    <a:pt x="27051" y="183388"/>
                    <a:pt x="22606" y="177800"/>
                    <a:pt x="18542" y="171704"/>
                  </a:cubicBezTo>
                  <a:cubicBezTo>
                    <a:pt x="14478" y="165608"/>
                    <a:pt x="11049" y="159258"/>
                    <a:pt x="8382" y="152654"/>
                  </a:cubicBezTo>
                  <a:cubicBezTo>
                    <a:pt x="5715" y="146050"/>
                    <a:pt x="3556" y="139065"/>
                    <a:pt x="2159" y="131953"/>
                  </a:cubicBezTo>
                  <a:cubicBezTo>
                    <a:pt x="762" y="124841"/>
                    <a:pt x="0" y="117602"/>
                    <a:pt x="0" y="110363"/>
                  </a:cubicBezTo>
                  <a:cubicBezTo>
                    <a:pt x="0" y="103124"/>
                    <a:pt x="762" y="95885"/>
                    <a:pt x="2159" y="88773"/>
                  </a:cubicBezTo>
                  <a:cubicBezTo>
                    <a:pt x="3556" y="81661"/>
                    <a:pt x="5715" y="74803"/>
                    <a:pt x="8382" y="68072"/>
                  </a:cubicBezTo>
                  <a:cubicBezTo>
                    <a:pt x="11049" y="61341"/>
                    <a:pt x="14605" y="54991"/>
                    <a:pt x="18542" y="49022"/>
                  </a:cubicBezTo>
                  <a:cubicBezTo>
                    <a:pt x="22479" y="43053"/>
                    <a:pt x="27178" y="37465"/>
                    <a:pt x="32258" y="32258"/>
                  </a:cubicBezTo>
                  <a:cubicBezTo>
                    <a:pt x="37338" y="27051"/>
                    <a:pt x="42926" y="22606"/>
                    <a:pt x="49022" y="18542"/>
                  </a:cubicBezTo>
                  <a:cubicBezTo>
                    <a:pt x="55118" y="14478"/>
                    <a:pt x="61468" y="11049"/>
                    <a:pt x="68072" y="8382"/>
                  </a:cubicBezTo>
                  <a:cubicBezTo>
                    <a:pt x="74676" y="5715"/>
                    <a:pt x="81661" y="3556"/>
                    <a:pt x="88773" y="2159"/>
                  </a:cubicBezTo>
                  <a:cubicBezTo>
                    <a:pt x="95885" y="762"/>
                    <a:pt x="103124" y="0"/>
                    <a:pt x="110363" y="0"/>
                  </a:cubicBezTo>
                  <a:cubicBezTo>
                    <a:pt x="117602" y="0"/>
                    <a:pt x="124841" y="762"/>
                    <a:pt x="131953" y="2159"/>
                  </a:cubicBezTo>
                  <a:cubicBezTo>
                    <a:pt x="139065" y="3556"/>
                    <a:pt x="145923" y="5715"/>
                    <a:pt x="152654" y="8382"/>
                  </a:cubicBezTo>
                  <a:cubicBezTo>
                    <a:pt x="159385" y="11049"/>
                    <a:pt x="165735" y="14605"/>
                    <a:pt x="171704" y="18542"/>
                  </a:cubicBezTo>
                  <a:cubicBezTo>
                    <a:pt x="177673" y="22479"/>
                    <a:pt x="183261" y="27178"/>
                    <a:pt x="188468" y="32258"/>
                  </a:cubicBezTo>
                  <a:cubicBezTo>
                    <a:pt x="193675" y="37338"/>
                    <a:pt x="198120" y="42926"/>
                    <a:pt x="202184" y="49022"/>
                  </a:cubicBezTo>
                  <a:cubicBezTo>
                    <a:pt x="206248" y="55118"/>
                    <a:pt x="209677" y="61468"/>
                    <a:pt x="212344" y="68072"/>
                  </a:cubicBezTo>
                  <a:cubicBezTo>
                    <a:pt x="215011" y="74676"/>
                    <a:pt x="217170" y="81661"/>
                    <a:pt x="218567" y="88773"/>
                  </a:cubicBezTo>
                  <a:cubicBezTo>
                    <a:pt x="219964" y="95885"/>
                    <a:pt x="220726" y="103124"/>
                    <a:pt x="220726" y="11036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63500" y="63500"/>
              <a:ext cx="1219456" cy="2057400"/>
            </a:xfrm>
            <a:custGeom>
              <a:avLst/>
              <a:gdLst/>
              <a:ahLst/>
              <a:cxnLst/>
              <a:rect r="r" b="b" t="t" l="l"/>
              <a:pathLst>
                <a:path h="2057400" w="1219456">
                  <a:moveTo>
                    <a:pt x="0" y="2057400"/>
                  </a:moveTo>
                  <a:lnTo>
                    <a:pt x="1219456" y="2057400"/>
                  </a:lnTo>
                  <a:lnTo>
                    <a:pt x="1219456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29" id="29"/>
          <p:cNvSpPr txBox="true"/>
          <p:nvPr/>
        </p:nvSpPr>
        <p:spPr>
          <a:xfrm rot="0">
            <a:off x="1028700" y="-729444"/>
            <a:ext cx="11133906" cy="71983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399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ROLES &amp;</a:t>
            </a:r>
          </a:p>
          <a:p>
            <a:pPr algn="l">
              <a:lnSpc>
                <a:spcPts val="33999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RESPONSIBILITIES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The project team is structured to ensure clarity and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accountability. Each member has defined tasks</a:t>
            </a:r>
          </a:p>
          <a:p>
            <a:pPr algn="l">
              <a:lnSpc>
                <a:spcPts val="62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that contribute to the overall project success.</a:t>
            </a:r>
          </a:p>
        </p:txBody>
      </p:sp>
      <p:sp>
        <p:nvSpPr>
          <p:cNvPr name="TextBox 30" id="30"/>
          <p:cNvSpPr txBox="true"/>
          <p:nvPr/>
        </p:nvSpPr>
        <p:spPr>
          <a:xfrm rot="0">
            <a:off x="1258729" y="7600055"/>
            <a:ext cx="335489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Project Lead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oversees workflow and design direction</a:t>
            </a:r>
          </a:p>
        </p:txBody>
      </p:sp>
      <p:sp>
        <p:nvSpPr>
          <p:cNvPr name="TextBox 31" id="31"/>
          <p:cNvSpPr txBox="true"/>
          <p:nvPr/>
        </p:nvSpPr>
        <p:spPr>
          <a:xfrm rot="0">
            <a:off x="5460940" y="7600055"/>
            <a:ext cx="2275989" cy="14257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Designers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execute visual concepts</a:t>
            </a:r>
          </a:p>
        </p:txBody>
      </p:sp>
      <p:sp>
        <p:nvSpPr>
          <p:cNvPr name="TextBox 32" id="32"/>
          <p:cNvSpPr txBox="true"/>
          <p:nvPr/>
        </p:nvSpPr>
        <p:spPr>
          <a:xfrm rot="0">
            <a:off x="8989571" y="7600055"/>
            <a:ext cx="317220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Creative Strategist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aligns designs with objectives</a:t>
            </a:r>
          </a:p>
        </p:txBody>
      </p:sp>
      <p:sp>
        <p:nvSpPr>
          <p:cNvPr name="TextBox 33" id="33"/>
          <p:cNvSpPr txBox="true"/>
          <p:nvPr/>
        </p:nvSpPr>
        <p:spPr>
          <a:xfrm rot="0">
            <a:off x="13402742" y="7600055"/>
            <a:ext cx="3172206" cy="1394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just">
              <a:lnSpc>
                <a:spcPts val="3449"/>
              </a:lnSpc>
            </a:pPr>
            <a:r>
              <a:rPr lang="en-US" b="true" sz="2499">
                <a:solidFill>
                  <a:srgbClr val="F5E8C7"/>
                </a:solidFill>
                <a:latin typeface="Montserrat Bold"/>
                <a:ea typeface="Montserrat Bold"/>
                <a:cs typeface="Montserrat Bold"/>
                <a:sym typeface="Montserrat Bold"/>
              </a:rPr>
              <a:t>Creative Strategist </a:t>
            </a: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aligns designs with objectives</a:t>
            </a:r>
          </a:p>
        </p:txBody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1028700" y="1028700"/>
            <a:ext cx="6289329" cy="8229600"/>
            <a:chOff x="0" y="0"/>
            <a:chExt cx="8385772" cy="1097280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8385810" cy="10972800"/>
            </a:xfrm>
            <a:custGeom>
              <a:avLst/>
              <a:gdLst/>
              <a:ahLst/>
              <a:cxnLst/>
              <a:rect r="r" b="b" t="t" l="l"/>
              <a:pathLst>
                <a:path h="10972800" w="8385810">
                  <a:moveTo>
                    <a:pt x="0" y="0"/>
                  </a:moveTo>
                  <a:lnTo>
                    <a:pt x="8385810" y="0"/>
                  </a:lnTo>
                  <a:lnTo>
                    <a:pt x="8385810" y="10972800"/>
                  </a:lnTo>
                  <a:lnTo>
                    <a:pt x="0" y="109728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48048" t="0" r="-48044" b="-7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31433" y="528228"/>
            <a:ext cx="2907621" cy="1001258"/>
            <a:chOff x="0" y="0"/>
            <a:chExt cx="2907627" cy="100125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1010286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732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1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070"/>
                  </a:lnTo>
                  <a:cubicBezTo>
                    <a:pt x="887477" y="189406"/>
                    <a:pt x="886081" y="236650"/>
                    <a:pt x="855727" y="264209"/>
                  </a:cubicBezTo>
                  <a:lnTo>
                    <a:pt x="542672" y="548054"/>
                  </a:lnTo>
                  <a:lnTo>
                    <a:pt x="748285" y="548054"/>
                  </a:lnTo>
                  <a:cubicBezTo>
                    <a:pt x="806705" y="548054"/>
                    <a:pt x="834899" y="619555"/>
                    <a:pt x="792227" y="659686"/>
                  </a:cubicBezTo>
                  <a:lnTo>
                    <a:pt x="643256" y="799513"/>
                  </a:lnTo>
                  <a:cubicBezTo>
                    <a:pt x="608458" y="832152"/>
                    <a:pt x="562484" y="850313"/>
                    <a:pt x="514732" y="850313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999999" y="66654"/>
              <a:ext cx="900084" cy="871112"/>
            </a:xfrm>
            <a:custGeom>
              <a:avLst/>
              <a:gdLst/>
              <a:ahLst/>
              <a:cxnLst/>
              <a:rect r="r" b="b" t="t" l="l"/>
              <a:pathLst>
                <a:path h="871112" w="900084">
                  <a:moveTo>
                    <a:pt x="525019" y="871112"/>
                  </a:moveTo>
                  <a:lnTo>
                    <a:pt x="66294" y="871112"/>
                  </a:lnTo>
                  <a:cubicBezTo>
                    <a:pt x="29718" y="871112"/>
                    <a:pt x="0" y="841267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3" y="263926"/>
                    <a:pt x="46355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714" y="23897"/>
                  </a:lnTo>
                  <a:cubicBezTo>
                    <a:pt x="640335" y="8403"/>
                    <a:pt x="661036" y="-487"/>
                    <a:pt x="683388" y="21"/>
                  </a:cubicBezTo>
                  <a:cubicBezTo>
                    <a:pt x="705486" y="275"/>
                    <a:pt x="726187" y="9038"/>
                    <a:pt x="741808" y="24913"/>
                  </a:cubicBezTo>
                  <a:lnTo>
                    <a:pt x="876555" y="163215"/>
                  </a:lnTo>
                  <a:cubicBezTo>
                    <a:pt x="892430" y="179471"/>
                    <a:pt x="900685" y="200807"/>
                    <a:pt x="900051" y="223413"/>
                  </a:cubicBezTo>
                  <a:cubicBezTo>
                    <a:pt x="899415" y="246019"/>
                    <a:pt x="889763" y="266847"/>
                    <a:pt x="872872" y="282087"/>
                  </a:cubicBezTo>
                  <a:lnTo>
                    <a:pt x="579502" y="548152"/>
                  </a:lnTo>
                  <a:lnTo>
                    <a:pt x="758572" y="548152"/>
                  </a:lnTo>
                  <a:cubicBezTo>
                    <a:pt x="789941" y="548152"/>
                    <a:pt x="816484" y="566313"/>
                    <a:pt x="828041" y="595396"/>
                  </a:cubicBezTo>
                  <a:cubicBezTo>
                    <a:pt x="839598" y="624479"/>
                    <a:pt x="832486" y="655974"/>
                    <a:pt x="809626" y="677437"/>
                  </a:cubicBezTo>
                  <a:lnTo>
                    <a:pt x="660655" y="817391"/>
                  </a:lnTo>
                  <a:cubicBezTo>
                    <a:pt x="623698" y="852062"/>
                    <a:pt x="575565" y="871112"/>
                    <a:pt x="525146" y="871112"/>
                  </a:cubicBezTo>
                  <a:close/>
                  <a:moveTo>
                    <a:pt x="277369" y="52091"/>
                  </a:moveTo>
                  <a:cubicBezTo>
                    <a:pt x="261494" y="52091"/>
                    <a:pt x="244222" y="57679"/>
                    <a:pt x="229744" y="72665"/>
                  </a:cubicBezTo>
                  <a:lnTo>
                    <a:pt x="60960" y="247416"/>
                  </a:lnTo>
                  <a:cubicBezTo>
                    <a:pt x="34798" y="274467"/>
                    <a:pt x="20447" y="310154"/>
                    <a:pt x="20447" y="347746"/>
                  </a:cubicBezTo>
                  <a:lnTo>
                    <a:pt x="20447" y="804564"/>
                  </a:lnTo>
                  <a:cubicBezTo>
                    <a:pt x="20447" y="829837"/>
                    <a:pt x="41021" y="850411"/>
                    <a:pt x="66167" y="850411"/>
                  </a:cubicBezTo>
                  <a:lnTo>
                    <a:pt x="525019" y="850411"/>
                  </a:lnTo>
                  <a:cubicBezTo>
                    <a:pt x="570231" y="850411"/>
                    <a:pt x="613411" y="833266"/>
                    <a:pt x="646431" y="802278"/>
                  </a:cubicBezTo>
                  <a:lnTo>
                    <a:pt x="795529" y="662324"/>
                  </a:lnTo>
                  <a:cubicBezTo>
                    <a:pt x="815341" y="643782"/>
                    <a:pt x="815341" y="619398"/>
                    <a:pt x="808864" y="602762"/>
                  </a:cubicBezTo>
                  <a:cubicBezTo>
                    <a:pt x="802387" y="586125"/>
                    <a:pt x="785623" y="568472"/>
                    <a:pt x="758445" y="568472"/>
                  </a:cubicBezTo>
                  <a:lnTo>
                    <a:pt x="552832" y="568472"/>
                  </a:lnTo>
                  <a:cubicBezTo>
                    <a:pt x="548641" y="568472"/>
                    <a:pt x="544831" y="565932"/>
                    <a:pt x="543307" y="561868"/>
                  </a:cubicBezTo>
                  <a:cubicBezTo>
                    <a:pt x="541783" y="557804"/>
                    <a:pt x="542926" y="553486"/>
                    <a:pt x="545974" y="550565"/>
                  </a:cubicBezTo>
                  <a:lnTo>
                    <a:pt x="858902" y="266720"/>
                  </a:lnTo>
                  <a:cubicBezTo>
                    <a:pt x="871475" y="255290"/>
                    <a:pt x="878714" y="239669"/>
                    <a:pt x="879222" y="222651"/>
                  </a:cubicBezTo>
                  <a:cubicBezTo>
                    <a:pt x="879730" y="205633"/>
                    <a:pt x="873507" y="189631"/>
                    <a:pt x="861696" y="177439"/>
                  </a:cubicBezTo>
                  <a:lnTo>
                    <a:pt x="726949" y="39391"/>
                  </a:lnTo>
                  <a:cubicBezTo>
                    <a:pt x="715392" y="27453"/>
                    <a:pt x="699771" y="20849"/>
                    <a:pt x="683134" y="20595"/>
                  </a:cubicBezTo>
                  <a:cubicBezTo>
                    <a:pt x="682880" y="20595"/>
                    <a:pt x="682753" y="20595"/>
                    <a:pt x="682626" y="20595"/>
                  </a:cubicBezTo>
                  <a:cubicBezTo>
                    <a:pt x="666243" y="20595"/>
                    <a:pt x="650749" y="26945"/>
                    <a:pt x="639065" y="38629"/>
                  </a:cubicBezTo>
                  <a:lnTo>
                    <a:pt x="327915" y="339110"/>
                  </a:lnTo>
                  <a:cubicBezTo>
                    <a:pt x="324740" y="342158"/>
                    <a:pt x="319914" y="342920"/>
                    <a:pt x="315977" y="340888"/>
                  </a:cubicBezTo>
                  <a:cubicBezTo>
                    <a:pt x="312040" y="338856"/>
                    <a:pt x="309881" y="334538"/>
                    <a:pt x="310643" y="330093"/>
                  </a:cubicBezTo>
                  <a:lnTo>
                    <a:pt x="345314" y="118893"/>
                  </a:lnTo>
                  <a:cubicBezTo>
                    <a:pt x="345060" y="85873"/>
                    <a:pt x="323470" y="65426"/>
                    <a:pt x="303277" y="57298"/>
                  </a:cubicBezTo>
                  <a:cubicBezTo>
                    <a:pt x="295657" y="54123"/>
                    <a:pt x="286767" y="52091"/>
                    <a:pt x="277369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954278" y="77039"/>
              <a:ext cx="879446" cy="850440"/>
            </a:xfrm>
            <a:custGeom>
              <a:avLst/>
              <a:gdLst/>
              <a:ahLst/>
              <a:cxnLst/>
              <a:rect r="r" b="b" t="t" l="l"/>
              <a:pathLst>
                <a:path h="850440" w="879446">
                  <a:moveTo>
                    <a:pt x="514986" y="850440"/>
                  </a:moveTo>
                  <a:lnTo>
                    <a:pt x="56007" y="850440"/>
                  </a:lnTo>
                  <a:cubicBezTo>
                    <a:pt x="25019" y="850440"/>
                    <a:pt x="0" y="825294"/>
                    <a:pt x="0" y="794306"/>
                  </a:cubicBezTo>
                  <a:lnTo>
                    <a:pt x="0" y="337361"/>
                  </a:lnTo>
                  <a:cubicBezTo>
                    <a:pt x="0" y="297229"/>
                    <a:pt x="15622" y="258748"/>
                    <a:pt x="43434" y="229792"/>
                  </a:cubicBezTo>
                  <a:lnTo>
                    <a:pt x="212091" y="55168"/>
                  </a:lnTo>
                  <a:cubicBezTo>
                    <a:pt x="260478" y="5003"/>
                    <a:pt x="345314" y="39293"/>
                    <a:pt x="345314" y="109143"/>
                  </a:cubicBezTo>
                  <a:lnTo>
                    <a:pt x="310516" y="321359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3" y="160069"/>
                  </a:lnTo>
                  <a:cubicBezTo>
                    <a:pt x="887478" y="189406"/>
                    <a:pt x="886081" y="236650"/>
                    <a:pt x="855728" y="264209"/>
                  </a:cubicBezTo>
                  <a:lnTo>
                    <a:pt x="542672" y="548054"/>
                  </a:lnTo>
                  <a:lnTo>
                    <a:pt x="748286" y="548054"/>
                  </a:lnTo>
                  <a:cubicBezTo>
                    <a:pt x="806706" y="548054"/>
                    <a:pt x="834899" y="619555"/>
                    <a:pt x="792227" y="659686"/>
                  </a:cubicBezTo>
                  <a:lnTo>
                    <a:pt x="643383" y="799513"/>
                  </a:lnTo>
                  <a:cubicBezTo>
                    <a:pt x="608585" y="832152"/>
                    <a:pt x="562738" y="850313"/>
                    <a:pt x="514986" y="850313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943991" y="66654"/>
              <a:ext cx="900211" cy="871112"/>
            </a:xfrm>
            <a:custGeom>
              <a:avLst/>
              <a:gdLst/>
              <a:ahLst/>
              <a:cxnLst/>
              <a:rect r="r" b="b" t="t" l="l"/>
              <a:pathLst>
                <a:path h="871112" w="900211">
                  <a:moveTo>
                    <a:pt x="525273" y="871112"/>
                  </a:moveTo>
                  <a:lnTo>
                    <a:pt x="66294" y="871112"/>
                  </a:lnTo>
                  <a:cubicBezTo>
                    <a:pt x="29845" y="871112"/>
                    <a:pt x="0" y="841394"/>
                    <a:pt x="0" y="804691"/>
                  </a:cubicBezTo>
                  <a:lnTo>
                    <a:pt x="0" y="347746"/>
                  </a:lnTo>
                  <a:cubicBezTo>
                    <a:pt x="0" y="304693"/>
                    <a:pt x="16384" y="263926"/>
                    <a:pt x="46356" y="233065"/>
                  </a:cubicBezTo>
                  <a:lnTo>
                    <a:pt x="215012" y="58441"/>
                  </a:lnTo>
                  <a:cubicBezTo>
                    <a:pt x="240412" y="32152"/>
                    <a:pt x="277242" y="24405"/>
                    <a:pt x="311024" y="37994"/>
                  </a:cubicBezTo>
                  <a:cubicBezTo>
                    <a:pt x="344806" y="51583"/>
                    <a:pt x="365888" y="82952"/>
                    <a:pt x="365888" y="119528"/>
                  </a:cubicBezTo>
                  <a:cubicBezTo>
                    <a:pt x="365888" y="120036"/>
                    <a:pt x="365888" y="120671"/>
                    <a:pt x="365761" y="121179"/>
                  </a:cubicBezTo>
                  <a:lnTo>
                    <a:pt x="335916" y="302661"/>
                  </a:lnTo>
                  <a:lnTo>
                    <a:pt x="624841" y="23897"/>
                  </a:lnTo>
                  <a:cubicBezTo>
                    <a:pt x="640462" y="8403"/>
                    <a:pt x="661036" y="-487"/>
                    <a:pt x="683515" y="21"/>
                  </a:cubicBezTo>
                  <a:cubicBezTo>
                    <a:pt x="705740" y="275"/>
                    <a:pt x="726315" y="9038"/>
                    <a:pt x="741936" y="24913"/>
                  </a:cubicBezTo>
                  <a:lnTo>
                    <a:pt x="876683" y="163215"/>
                  </a:lnTo>
                  <a:cubicBezTo>
                    <a:pt x="892558" y="179471"/>
                    <a:pt x="900813" y="200807"/>
                    <a:pt x="900178" y="223413"/>
                  </a:cubicBezTo>
                  <a:cubicBezTo>
                    <a:pt x="899543" y="246019"/>
                    <a:pt x="889891" y="266847"/>
                    <a:pt x="873000" y="282087"/>
                  </a:cubicBezTo>
                  <a:lnTo>
                    <a:pt x="579756" y="548025"/>
                  </a:lnTo>
                  <a:lnTo>
                    <a:pt x="758827" y="548025"/>
                  </a:lnTo>
                  <a:cubicBezTo>
                    <a:pt x="790196" y="548025"/>
                    <a:pt x="816739" y="566186"/>
                    <a:pt x="828296" y="595269"/>
                  </a:cubicBezTo>
                  <a:cubicBezTo>
                    <a:pt x="839852" y="624351"/>
                    <a:pt x="832740" y="655847"/>
                    <a:pt x="809880" y="677310"/>
                  </a:cubicBezTo>
                  <a:lnTo>
                    <a:pt x="660782" y="817264"/>
                  </a:lnTo>
                  <a:cubicBezTo>
                    <a:pt x="623825" y="852062"/>
                    <a:pt x="575692" y="871112"/>
                    <a:pt x="525273" y="871112"/>
                  </a:cubicBezTo>
                  <a:close/>
                  <a:moveTo>
                    <a:pt x="277496" y="52091"/>
                  </a:moveTo>
                  <a:cubicBezTo>
                    <a:pt x="261621" y="52091"/>
                    <a:pt x="244349" y="57679"/>
                    <a:pt x="229871" y="72665"/>
                  </a:cubicBezTo>
                  <a:lnTo>
                    <a:pt x="61341" y="247289"/>
                  </a:lnTo>
                  <a:cubicBezTo>
                    <a:pt x="35179" y="274340"/>
                    <a:pt x="20828" y="310027"/>
                    <a:pt x="20828" y="347619"/>
                  </a:cubicBezTo>
                  <a:lnTo>
                    <a:pt x="20828" y="804564"/>
                  </a:lnTo>
                  <a:cubicBezTo>
                    <a:pt x="20828" y="829837"/>
                    <a:pt x="41275" y="850411"/>
                    <a:pt x="66548" y="850411"/>
                  </a:cubicBezTo>
                  <a:lnTo>
                    <a:pt x="525527" y="850411"/>
                  </a:lnTo>
                  <a:cubicBezTo>
                    <a:pt x="570739" y="850411"/>
                    <a:pt x="613919" y="833266"/>
                    <a:pt x="646939" y="802278"/>
                  </a:cubicBezTo>
                  <a:lnTo>
                    <a:pt x="796037" y="662324"/>
                  </a:lnTo>
                  <a:cubicBezTo>
                    <a:pt x="815849" y="643782"/>
                    <a:pt x="815849" y="619398"/>
                    <a:pt x="809372" y="602762"/>
                  </a:cubicBezTo>
                  <a:cubicBezTo>
                    <a:pt x="802895" y="586125"/>
                    <a:pt x="786132" y="568472"/>
                    <a:pt x="758953" y="568472"/>
                  </a:cubicBezTo>
                  <a:lnTo>
                    <a:pt x="553213" y="568472"/>
                  </a:lnTo>
                  <a:cubicBezTo>
                    <a:pt x="549022" y="568472"/>
                    <a:pt x="545212" y="565932"/>
                    <a:pt x="543688" y="561868"/>
                  </a:cubicBezTo>
                  <a:cubicBezTo>
                    <a:pt x="542164" y="557804"/>
                    <a:pt x="543307" y="553486"/>
                    <a:pt x="546355" y="550565"/>
                  </a:cubicBezTo>
                  <a:lnTo>
                    <a:pt x="859284" y="266720"/>
                  </a:lnTo>
                  <a:cubicBezTo>
                    <a:pt x="871857" y="255290"/>
                    <a:pt x="879096" y="239669"/>
                    <a:pt x="879604" y="222651"/>
                  </a:cubicBezTo>
                  <a:cubicBezTo>
                    <a:pt x="880112" y="205633"/>
                    <a:pt x="873889" y="189631"/>
                    <a:pt x="862078" y="177439"/>
                  </a:cubicBezTo>
                  <a:lnTo>
                    <a:pt x="727077" y="39391"/>
                  </a:lnTo>
                  <a:cubicBezTo>
                    <a:pt x="715520" y="27453"/>
                    <a:pt x="699898" y="20849"/>
                    <a:pt x="683261" y="20595"/>
                  </a:cubicBezTo>
                  <a:cubicBezTo>
                    <a:pt x="683007" y="20595"/>
                    <a:pt x="683007" y="20595"/>
                    <a:pt x="682753" y="20595"/>
                  </a:cubicBezTo>
                  <a:cubicBezTo>
                    <a:pt x="666370" y="20595"/>
                    <a:pt x="650876" y="26945"/>
                    <a:pt x="639192" y="38629"/>
                  </a:cubicBezTo>
                  <a:lnTo>
                    <a:pt x="328042" y="339110"/>
                  </a:lnTo>
                  <a:cubicBezTo>
                    <a:pt x="324867" y="342158"/>
                    <a:pt x="320041" y="342920"/>
                    <a:pt x="316104" y="340888"/>
                  </a:cubicBezTo>
                  <a:cubicBezTo>
                    <a:pt x="312167" y="338856"/>
                    <a:pt x="310008" y="334538"/>
                    <a:pt x="310770" y="330093"/>
                  </a:cubicBezTo>
                  <a:lnTo>
                    <a:pt x="345441" y="118893"/>
                  </a:lnTo>
                  <a:cubicBezTo>
                    <a:pt x="345187" y="85873"/>
                    <a:pt x="323597" y="65426"/>
                    <a:pt x="303404" y="57298"/>
                  </a:cubicBezTo>
                  <a:cubicBezTo>
                    <a:pt x="295911" y="54123"/>
                    <a:pt x="287021" y="52091"/>
                    <a:pt x="277623" y="5209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73787" y="76912"/>
              <a:ext cx="879446" cy="850567"/>
            </a:xfrm>
            <a:custGeom>
              <a:avLst/>
              <a:gdLst/>
              <a:ahLst/>
              <a:cxnLst/>
              <a:rect r="r" b="b" t="t" l="l"/>
              <a:pathLst>
                <a:path h="850567" w="879446">
                  <a:moveTo>
                    <a:pt x="514859" y="850567"/>
                  </a:moveTo>
                  <a:lnTo>
                    <a:pt x="53975" y="850567"/>
                  </a:lnTo>
                  <a:cubicBezTo>
                    <a:pt x="24130" y="850567"/>
                    <a:pt x="0" y="826310"/>
                    <a:pt x="0" y="796465"/>
                  </a:cubicBezTo>
                  <a:lnTo>
                    <a:pt x="0" y="337488"/>
                  </a:lnTo>
                  <a:cubicBezTo>
                    <a:pt x="0" y="297356"/>
                    <a:pt x="15621" y="258875"/>
                    <a:pt x="43434" y="229919"/>
                  </a:cubicBezTo>
                  <a:lnTo>
                    <a:pt x="212090" y="55295"/>
                  </a:lnTo>
                  <a:cubicBezTo>
                    <a:pt x="260604" y="5257"/>
                    <a:pt x="345314" y="39547"/>
                    <a:pt x="345314" y="109270"/>
                  </a:cubicBezTo>
                  <a:lnTo>
                    <a:pt x="310515" y="321486"/>
                  </a:lnTo>
                  <a:lnTo>
                    <a:pt x="621666" y="21005"/>
                  </a:lnTo>
                  <a:cubicBezTo>
                    <a:pt x="650114" y="-7316"/>
                    <a:pt x="696215" y="-6935"/>
                    <a:pt x="724155" y="21767"/>
                  </a:cubicBezTo>
                  <a:lnTo>
                    <a:pt x="858902" y="160196"/>
                  </a:lnTo>
                  <a:cubicBezTo>
                    <a:pt x="887477" y="189533"/>
                    <a:pt x="886080" y="236777"/>
                    <a:pt x="855727" y="264336"/>
                  </a:cubicBezTo>
                  <a:lnTo>
                    <a:pt x="542672" y="548181"/>
                  </a:lnTo>
                  <a:lnTo>
                    <a:pt x="748412" y="548181"/>
                  </a:lnTo>
                  <a:cubicBezTo>
                    <a:pt x="806832" y="548181"/>
                    <a:pt x="835026" y="619682"/>
                    <a:pt x="792354" y="659813"/>
                  </a:cubicBezTo>
                  <a:lnTo>
                    <a:pt x="643256" y="799640"/>
                  </a:lnTo>
                  <a:cubicBezTo>
                    <a:pt x="608458" y="832279"/>
                    <a:pt x="562484" y="850440"/>
                    <a:pt x="514732" y="850440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63500" y="66675"/>
              <a:ext cx="900084" cy="871091"/>
            </a:xfrm>
            <a:custGeom>
              <a:avLst/>
              <a:gdLst/>
              <a:ahLst/>
              <a:cxnLst/>
              <a:rect r="r" b="b" t="t" l="l"/>
              <a:pathLst>
                <a:path h="871091" w="900084">
                  <a:moveTo>
                    <a:pt x="525146" y="871091"/>
                  </a:moveTo>
                  <a:lnTo>
                    <a:pt x="64262" y="871091"/>
                  </a:lnTo>
                  <a:cubicBezTo>
                    <a:pt x="28829" y="871091"/>
                    <a:pt x="0" y="842135"/>
                    <a:pt x="0" y="806575"/>
                  </a:cubicBezTo>
                  <a:lnTo>
                    <a:pt x="0" y="347725"/>
                  </a:lnTo>
                  <a:cubicBezTo>
                    <a:pt x="0" y="304672"/>
                    <a:pt x="16383" y="263905"/>
                    <a:pt x="46355" y="233044"/>
                  </a:cubicBezTo>
                  <a:lnTo>
                    <a:pt x="215011" y="58420"/>
                  </a:lnTo>
                  <a:cubicBezTo>
                    <a:pt x="240411" y="32131"/>
                    <a:pt x="277241" y="24384"/>
                    <a:pt x="311023" y="37973"/>
                  </a:cubicBezTo>
                  <a:cubicBezTo>
                    <a:pt x="344806" y="51562"/>
                    <a:pt x="365888" y="82931"/>
                    <a:pt x="365888" y="119507"/>
                  </a:cubicBezTo>
                  <a:cubicBezTo>
                    <a:pt x="365888" y="120015"/>
                    <a:pt x="365888" y="120650"/>
                    <a:pt x="365761" y="121158"/>
                  </a:cubicBezTo>
                  <a:lnTo>
                    <a:pt x="336042" y="302640"/>
                  </a:lnTo>
                  <a:lnTo>
                    <a:pt x="624841" y="23749"/>
                  </a:lnTo>
                  <a:cubicBezTo>
                    <a:pt x="640208" y="8509"/>
                    <a:pt x="660782" y="0"/>
                    <a:pt x="682753" y="0"/>
                  </a:cubicBezTo>
                  <a:cubicBezTo>
                    <a:pt x="683007" y="0"/>
                    <a:pt x="683134" y="0"/>
                    <a:pt x="683515" y="0"/>
                  </a:cubicBezTo>
                  <a:cubicBezTo>
                    <a:pt x="705740" y="254"/>
                    <a:pt x="726314" y="9017"/>
                    <a:pt x="741935" y="24892"/>
                  </a:cubicBezTo>
                  <a:lnTo>
                    <a:pt x="876555" y="163194"/>
                  </a:lnTo>
                  <a:cubicBezTo>
                    <a:pt x="892430" y="179450"/>
                    <a:pt x="900685" y="200786"/>
                    <a:pt x="900050" y="223392"/>
                  </a:cubicBezTo>
                  <a:cubicBezTo>
                    <a:pt x="899415" y="245998"/>
                    <a:pt x="889763" y="266826"/>
                    <a:pt x="872999" y="282066"/>
                  </a:cubicBezTo>
                  <a:lnTo>
                    <a:pt x="579629" y="548131"/>
                  </a:lnTo>
                  <a:lnTo>
                    <a:pt x="758572" y="548131"/>
                  </a:lnTo>
                  <a:cubicBezTo>
                    <a:pt x="789941" y="548131"/>
                    <a:pt x="816484" y="566292"/>
                    <a:pt x="828041" y="595375"/>
                  </a:cubicBezTo>
                  <a:cubicBezTo>
                    <a:pt x="839598" y="624457"/>
                    <a:pt x="832486" y="655953"/>
                    <a:pt x="809626" y="677416"/>
                  </a:cubicBezTo>
                  <a:lnTo>
                    <a:pt x="660528" y="817497"/>
                  </a:lnTo>
                  <a:cubicBezTo>
                    <a:pt x="623698" y="852041"/>
                    <a:pt x="575692" y="871091"/>
                    <a:pt x="525019" y="871091"/>
                  </a:cubicBezTo>
                  <a:close/>
                  <a:moveTo>
                    <a:pt x="277368" y="52070"/>
                  </a:moveTo>
                  <a:cubicBezTo>
                    <a:pt x="261493" y="52070"/>
                    <a:pt x="244221" y="57658"/>
                    <a:pt x="229616" y="72644"/>
                  </a:cubicBezTo>
                  <a:lnTo>
                    <a:pt x="61087" y="247395"/>
                  </a:lnTo>
                  <a:cubicBezTo>
                    <a:pt x="34925" y="274446"/>
                    <a:pt x="20574" y="310133"/>
                    <a:pt x="20574" y="347725"/>
                  </a:cubicBezTo>
                  <a:lnTo>
                    <a:pt x="20574" y="806702"/>
                  </a:lnTo>
                  <a:cubicBezTo>
                    <a:pt x="20574" y="830832"/>
                    <a:pt x="40259" y="850517"/>
                    <a:pt x="64262" y="850517"/>
                  </a:cubicBezTo>
                  <a:lnTo>
                    <a:pt x="525146" y="850517"/>
                  </a:lnTo>
                  <a:cubicBezTo>
                    <a:pt x="570358" y="850517"/>
                    <a:pt x="613538" y="833372"/>
                    <a:pt x="646558" y="802384"/>
                  </a:cubicBezTo>
                  <a:lnTo>
                    <a:pt x="795529" y="662557"/>
                  </a:lnTo>
                  <a:cubicBezTo>
                    <a:pt x="815341" y="644015"/>
                    <a:pt x="815341" y="619631"/>
                    <a:pt x="808864" y="602995"/>
                  </a:cubicBezTo>
                  <a:cubicBezTo>
                    <a:pt x="802387" y="586358"/>
                    <a:pt x="785623" y="568705"/>
                    <a:pt x="758445" y="568705"/>
                  </a:cubicBezTo>
                  <a:lnTo>
                    <a:pt x="552959" y="568705"/>
                  </a:lnTo>
                  <a:cubicBezTo>
                    <a:pt x="548768" y="568705"/>
                    <a:pt x="544958" y="566165"/>
                    <a:pt x="543434" y="562101"/>
                  </a:cubicBezTo>
                  <a:cubicBezTo>
                    <a:pt x="541910" y="558037"/>
                    <a:pt x="543053" y="553719"/>
                    <a:pt x="546101" y="550798"/>
                  </a:cubicBezTo>
                  <a:lnTo>
                    <a:pt x="859029" y="266953"/>
                  </a:lnTo>
                  <a:cubicBezTo>
                    <a:pt x="871729" y="255523"/>
                    <a:pt x="878841" y="239902"/>
                    <a:pt x="879349" y="222884"/>
                  </a:cubicBezTo>
                  <a:cubicBezTo>
                    <a:pt x="879857" y="205866"/>
                    <a:pt x="873634" y="189864"/>
                    <a:pt x="861823" y="177672"/>
                  </a:cubicBezTo>
                  <a:lnTo>
                    <a:pt x="726949" y="39370"/>
                  </a:lnTo>
                  <a:cubicBezTo>
                    <a:pt x="715392" y="27432"/>
                    <a:pt x="699771" y="20828"/>
                    <a:pt x="683134" y="20574"/>
                  </a:cubicBezTo>
                  <a:cubicBezTo>
                    <a:pt x="666116" y="20193"/>
                    <a:pt x="650876" y="26797"/>
                    <a:pt x="639065" y="38608"/>
                  </a:cubicBezTo>
                  <a:lnTo>
                    <a:pt x="328042" y="339089"/>
                  </a:lnTo>
                  <a:cubicBezTo>
                    <a:pt x="324866" y="342137"/>
                    <a:pt x="320040" y="342899"/>
                    <a:pt x="316103" y="340867"/>
                  </a:cubicBezTo>
                  <a:cubicBezTo>
                    <a:pt x="312166" y="338835"/>
                    <a:pt x="310007" y="334517"/>
                    <a:pt x="310769" y="330072"/>
                  </a:cubicBezTo>
                  <a:lnTo>
                    <a:pt x="345441" y="118872"/>
                  </a:lnTo>
                  <a:cubicBezTo>
                    <a:pt x="345187" y="85852"/>
                    <a:pt x="323596" y="65405"/>
                    <a:pt x="303403" y="57277"/>
                  </a:cubicBezTo>
                  <a:cubicBezTo>
                    <a:pt x="295783" y="54102"/>
                    <a:pt x="287020" y="52070"/>
                    <a:pt x="277495" y="5207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63500" y="63500"/>
              <a:ext cx="2778383" cy="873885"/>
            </a:xfrm>
            <a:custGeom>
              <a:avLst/>
              <a:gdLst/>
              <a:ahLst/>
              <a:cxnLst/>
              <a:rect r="r" b="b" t="t" l="l"/>
              <a:pathLst>
                <a:path h="873885" w="2778383">
                  <a:moveTo>
                    <a:pt x="0" y="873885"/>
                  </a:moveTo>
                  <a:lnTo>
                    <a:pt x="2778383" y="873885"/>
                  </a:lnTo>
                  <a:lnTo>
                    <a:pt x="2778383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6596043" y="3644408"/>
            <a:ext cx="7028459" cy="1934861"/>
            <a:chOff x="0" y="0"/>
            <a:chExt cx="7028459" cy="1934858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63500" y="63500"/>
              <a:ext cx="6899528" cy="1807845"/>
            </a:xfrm>
            <a:custGeom>
              <a:avLst/>
              <a:gdLst/>
              <a:ahLst/>
              <a:cxnLst/>
              <a:rect r="r" b="b" t="t" l="l"/>
              <a:pathLst>
                <a:path h="1807845" w="6899528">
                  <a:moveTo>
                    <a:pt x="0" y="0"/>
                  </a:moveTo>
                  <a:lnTo>
                    <a:pt x="0" y="1807844"/>
                  </a:lnTo>
                  <a:lnTo>
                    <a:pt x="6899528" y="1807844"/>
                  </a:lnTo>
                  <a:lnTo>
                    <a:pt x="6899528" y="0"/>
                  </a:ln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598424" y="68808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598424" y="1126236"/>
              <a:ext cx="95504" cy="95504"/>
            </a:xfrm>
            <a:custGeom>
              <a:avLst/>
              <a:gdLst/>
              <a:ahLst/>
              <a:cxnLst/>
              <a:rect r="r" b="b" t="t" l="l"/>
              <a:pathLst>
                <a:path h="95504" w="95504">
                  <a:moveTo>
                    <a:pt x="95504" y="47752"/>
                  </a:moveTo>
                  <a:cubicBezTo>
                    <a:pt x="95504" y="54102"/>
                    <a:pt x="94234" y="60198"/>
                    <a:pt x="91821" y="66040"/>
                  </a:cubicBezTo>
                  <a:cubicBezTo>
                    <a:pt x="89408" y="71882"/>
                    <a:pt x="85979" y="76962"/>
                    <a:pt x="81534" y="81534"/>
                  </a:cubicBezTo>
                  <a:cubicBezTo>
                    <a:pt x="77089" y="86106"/>
                    <a:pt x="71882" y="89408"/>
                    <a:pt x="66040" y="91821"/>
                  </a:cubicBezTo>
                  <a:cubicBezTo>
                    <a:pt x="60198" y="94234"/>
                    <a:pt x="54102" y="95504"/>
                    <a:pt x="47752" y="95504"/>
                  </a:cubicBezTo>
                  <a:cubicBezTo>
                    <a:pt x="41402" y="95504"/>
                    <a:pt x="35306" y="94234"/>
                    <a:pt x="29464" y="91821"/>
                  </a:cubicBezTo>
                  <a:cubicBezTo>
                    <a:pt x="23622" y="89408"/>
                    <a:pt x="18542" y="85979"/>
                    <a:pt x="13970" y="81534"/>
                  </a:cubicBezTo>
                  <a:cubicBezTo>
                    <a:pt x="9398" y="77089"/>
                    <a:pt x="6096" y="71882"/>
                    <a:pt x="3683" y="66040"/>
                  </a:cubicBezTo>
                  <a:cubicBezTo>
                    <a:pt x="1270" y="60198"/>
                    <a:pt x="0" y="54102"/>
                    <a:pt x="0" y="47752"/>
                  </a:cubicBezTo>
                  <a:cubicBezTo>
                    <a:pt x="0" y="41402"/>
                    <a:pt x="1270" y="35306"/>
                    <a:pt x="3683" y="29464"/>
                  </a:cubicBezTo>
                  <a:cubicBezTo>
                    <a:pt x="6096" y="23622"/>
                    <a:pt x="9525" y="18542"/>
                    <a:pt x="13970" y="13970"/>
                  </a:cubicBezTo>
                  <a:cubicBezTo>
                    <a:pt x="18415" y="9398"/>
                    <a:pt x="23622" y="6096"/>
                    <a:pt x="29464" y="3683"/>
                  </a:cubicBezTo>
                  <a:cubicBezTo>
                    <a:pt x="35306" y="1270"/>
                    <a:pt x="41402" y="0"/>
                    <a:pt x="47752" y="0"/>
                  </a:cubicBezTo>
                  <a:cubicBezTo>
                    <a:pt x="54102" y="0"/>
                    <a:pt x="60198" y="1270"/>
                    <a:pt x="66040" y="3683"/>
                  </a:cubicBezTo>
                  <a:cubicBezTo>
                    <a:pt x="71882" y="6096"/>
                    <a:pt x="76962" y="9525"/>
                    <a:pt x="81534" y="13970"/>
                  </a:cubicBezTo>
                  <a:cubicBezTo>
                    <a:pt x="86106" y="18415"/>
                    <a:pt x="89408" y="23622"/>
                    <a:pt x="91821" y="29464"/>
                  </a:cubicBezTo>
                  <a:cubicBezTo>
                    <a:pt x="94234" y="35306"/>
                    <a:pt x="95504" y="41402"/>
                    <a:pt x="95504" y="47752"/>
                  </a:cubicBezTo>
                  <a:close/>
                </a:path>
              </a:pathLst>
            </a:custGeom>
            <a:solidFill>
              <a:srgbClr val="47423E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63500" y="63500"/>
              <a:ext cx="6901432" cy="1807845"/>
            </a:xfrm>
            <a:custGeom>
              <a:avLst/>
              <a:gdLst/>
              <a:ahLst/>
              <a:cxnLst/>
              <a:rect r="r" b="b" t="t" l="l"/>
              <a:pathLst>
                <a:path h="1807845" w="6901432">
                  <a:moveTo>
                    <a:pt x="0" y="1807844"/>
                  </a:moveTo>
                  <a:lnTo>
                    <a:pt x="6901432" y="1807844"/>
                  </a:lnTo>
                  <a:lnTo>
                    <a:pt x="690143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17" id="17"/>
          <p:cNvSpPr txBox="true"/>
          <p:nvPr/>
        </p:nvSpPr>
        <p:spPr>
          <a:xfrm rot="0">
            <a:off x="8213969" y="689781"/>
            <a:ext cx="9021642" cy="24545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9039"/>
              </a:lnSpc>
            </a:pPr>
            <a:r>
              <a:rPr lang="en-US" sz="13599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DELIVERABLES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7448569" y="4135803"/>
            <a:ext cx="5831300" cy="8587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7423E"/>
                </a:solidFill>
                <a:latin typeface="Montserrat"/>
                <a:ea typeface="Montserrat"/>
                <a:cs typeface="Montserrat"/>
                <a:sym typeface="Montserrat"/>
              </a:rPr>
              <a:t>Emphasize clarity and creativity Maintain consistent visual language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8213969" y="6077369"/>
            <a:ext cx="7654614" cy="173501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F5E8C7"/>
                </a:solidFill>
                <a:latin typeface="Montserrat"/>
                <a:ea typeface="Montserrat"/>
                <a:cs typeface="Montserrat"/>
                <a:sym typeface="Montserrat"/>
              </a:rPr>
              <a:t>The project will produce a variety of outputs, including branding materials, visual assets, and templates. Each deliverable will follow the established design guidelines and standards.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5E8C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9144000" y="3930415"/>
            <a:ext cx="7388276" cy="5327885"/>
            <a:chOff x="0" y="0"/>
            <a:chExt cx="9851034" cy="7103847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9851009" cy="7103872"/>
            </a:xfrm>
            <a:custGeom>
              <a:avLst/>
              <a:gdLst/>
              <a:ahLst/>
              <a:cxnLst/>
              <a:rect r="r" b="b" t="t" l="l"/>
              <a:pathLst>
                <a:path h="7103872" w="9851009">
                  <a:moveTo>
                    <a:pt x="0" y="0"/>
                  </a:moveTo>
                  <a:lnTo>
                    <a:pt x="9851009" y="0"/>
                  </a:lnTo>
                  <a:lnTo>
                    <a:pt x="9851009" y="7103872"/>
                  </a:lnTo>
                  <a:lnTo>
                    <a:pt x="0" y="71038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l="-3992" t="0" r="-4176" b="0"/>
              </a:stretch>
            </a:blipFill>
          </p:spPr>
        </p:sp>
      </p:grpSp>
      <p:grpSp>
        <p:nvGrpSpPr>
          <p:cNvPr name="Group 4" id="4"/>
          <p:cNvGrpSpPr/>
          <p:nvPr/>
        </p:nvGrpSpPr>
        <p:grpSpPr>
          <a:xfrm rot="0">
            <a:off x="965197" y="5079997"/>
            <a:ext cx="2365305" cy="1063019"/>
            <a:chOff x="0" y="0"/>
            <a:chExt cx="2365312" cy="1063015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73406" y="74549"/>
              <a:ext cx="2218186" cy="911476"/>
            </a:xfrm>
            <a:custGeom>
              <a:avLst/>
              <a:gdLst/>
              <a:ahLst/>
              <a:cxnLst/>
              <a:rect r="r" b="b" t="t" l="l"/>
              <a:pathLst>
                <a:path h="911476" w="2218186">
                  <a:moveTo>
                    <a:pt x="1761112" y="911475"/>
                  </a:moveTo>
                  <a:lnTo>
                    <a:pt x="457074" y="911475"/>
                  </a:lnTo>
                  <a:cubicBezTo>
                    <a:pt x="204598" y="911475"/>
                    <a:pt x="0" y="707387"/>
                    <a:pt x="0" y="455801"/>
                  </a:cubicBezTo>
                  <a:cubicBezTo>
                    <a:pt x="0" y="204215"/>
                    <a:pt x="204598" y="0"/>
                    <a:pt x="457074" y="0"/>
                  </a:cubicBezTo>
                  <a:lnTo>
                    <a:pt x="1761112" y="0"/>
                  </a:lnTo>
                  <a:cubicBezTo>
                    <a:pt x="2013462" y="0"/>
                    <a:pt x="2218186" y="204088"/>
                    <a:pt x="2218186" y="455801"/>
                  </a:cubicBezTo>
                  <a:cubicBezTo>
                    <a:pt x="2218186" y="707514"/>
                    <a:pt x="2013462" y="911475"/>
                    <a:pt x="1761112" y="91147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63500" y="64643"/>
              <a:ext cx="2237998" cy="931161"/>
            </a:xfrm>
            <a:custGeom>
              <a:avLst/>
              <a:gdLst/>
              <a:ahLst/>
              <a:cxnLst/>
              <a:rect r="r" b="b" t="t" l="l"/>
              <a:pathLst>
                <a:path h="931161" w="2237998">
                  <a:moveTo>
                    <a:pt x="1771018" y="931160"/>
                  </a:moveTo>
                  <a:lnTo>
                    <a:pt x="466980" y="931160"/>
                  </a:lnTo>
                  <a:cubicBezTo>
                    <a:pt x="209424" y="931160"/>
                    <a:pt x="0" y="722373"/>
                    <a:pt x="0" y="465707"/>
                  </a:cubicBezTo>
                  <a:cubicBezTo>
                    <a:pt x="0" y="209041"/>
                    <a:pt x="209424" y="0"/>
                    <a:pt x="466980" y="0"/>
                  </a:cubicBezTo>
                  <a:lnTo>
                    <a:pt x="1771018" y="0"/>
                  </a:lnTo>
                  <a:cubicBezTo>
                    <a:pt x="2028448" y="0"/>
                    <a:pt x="2237998" y="208787"/>
                    <a:pt x="2237998" y="465580"/>
                  </a:cubicBezTo>
                  <a:cubicBezTo>
                    <a:pt x="2237998" y="722373"/>
                    <a:pt x="2028448" y="931160"/>
                    <a:pt x="1771018" y="931160"/>
                  </a:cubicBezTo>
                  <a:close/>
                  <a:moveTo>
                    <a:pt x="466980" y="19685"/>
                  </a:moveTo>
                  <a:cubicBezTo>
                    <a:pt x="220346" y="19685"/>
                    <a:pt x="19685" y="219709"/>
                    <a:pt x="19685" y="465707"/>
                  </a:cubicBezTo>
                  <a:cubicBezTo>
                    <a:pt x="19685" y="711705"/>
                    <a:pt x="220346" y="911603"/>
                    <a:pt x="466980" y="911603"/>
                  </a:cubicBezTo>
                  <a:lnTo>
                    <a:pt x="1771018" y="911603"/>
                  </a:lnTo>
                  <a:cubicBezTo>
                    <a:pt x="2017526" y="911603"/>
                    <a:pt x="2218186" y="711578"/>
                    <a:pt x="2218186" y="465707"/>
                  </a:cubicBezTo>
                  <a:cubicBezTo>
                    <a:pt x="2218186" y="219836"/>
                    <a:pt x="2017653" y="19685"/>
                    <a:pt x="1771018" y="19685"/>
                  </a:cubicBezTo>
                  <a:lnTo>
                    <a:pt x="466980" y="1968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1800228" y="489710"/>
              <a:ext cx="82296" cy="82042"/>
            </a:xfrm>
            <a:custGeom>
              <a:avLst/>
              <a:gdLst/>
              <a:ahLst/>
              <a:cxnLst/>
              <a:rect r="r" b="b" t="t" l="l"/>
              <a:pathLst>
                <a:path h="82042" w="82296">
                  <a:moveTo>
                    <a:pt x="82296" y="41021"/>
                  </a:moveTo>
                  <a:cubicBezTo>
                    <a:pt x="82296" y="46482"/>
                    <a:pt x="81280" y="51689"/>
                    <a:pt x="79121" y="56642"/>
                  </a:cubicBezTo>
                  <a:cubicBezTo>
                    <a:pt x="76962" y="61595"/>
                    <a:pt x="74042" y="66040"/>
                    <a:pt x="70231" y="69977"/>
                  </a:cubicBezTo>
                  <a:cubicBezTo>
                    <a:pt x="66421" y="73914"/>
                    <a:pt x="61976" y="76835"/>
                    <a:pt x="56896" y="78867"/>
                  </a:cubicBezTo>
                  <a:cubicBezTo>
                    <a:pt x="51817" y="80899"/>
                    <a:pt x="46609" y="82042"/>
                    <a:pt x="41148" y="82042"/>
                  </a:cubicBezTo>
                  <a:cubicBezTo>
                    <a:pt x="35687" y="82042"/>
                    <a:pt x="30480" y="81026"/>
                    <a:pt x="25400" y="78867"/>
                  </a:cubicBezTo>
                  <a:cubicBezTo>
                    <a:pt x="20320" y="76708"/>
                    <a:pt x="15875" y="73787"/>
                    <a:pt x="12065" y="69977"/>
                  </a:cubicBezTo>
                  <a:cubicBezTo>
                    <a:pt x="8255" y="66167"/>
                    <a:pt x="5207" y="61722"/>
                    <a:pt x="3175" y="56642"/>
                  </a:cubicBezTo>
                  <a:cubicBezTo>
                    <a:pt x="1143" y="51562"/>
                    <a:pt x="0" y="46355"/>
                    <a:pt x="0" y="41021"/>
                  </a:cubicBezTo>
                  <a:cubicBezTo>
                    <a:pt x="0" y="35687"/>
                    <a:pt x="1016" y="30353"/>
                    <a:pt x="3175" y="25400"/>
                  </a:cubicBezTo>
                  <a:cubicBezTo>
                    <a:pt x="5334" y="20447"/>
                    <a:pt x="8255" y="16002"/>
                    <a:pt x="12065" y="12065"/>
                  </a:cubicBezTo>
                  <a:cubicBezTo>
                    <a:pt x="15875" y="8128"/>
                    <a:pt x="20320" y="5207"/>
                    <a:pt x="25400" y="3175"/>
                  </a:cubicBezTo>
                  <a:cubicBezTo>
                    <a:pt x="30480" y="1143"/>
                    <a:pt x="35687" y="0"/>
                    <a:pt x="41148" y="0"/>
                  </a:cubicBezTo>
                  <a:cubicBezTo>
                    <a:pt x="46609" y="0"/>
                    <a:pt x="51817" y="1016"/>
                    <a:pt x="56896" y="3175"/>
                  </a:cubicBezTo>
                  <a:cubicBezTo>
                    <a:pt x="61976" y="5334"/>
                    <a:pt x="66421" y="8255"/>
                    <a:pt x="70231" y="12065"/>
                  </a:cubicBezTo>
                  <a:cubicBezTo>
                    <a:pt x="74042" y="15875"/>
                    <a:pt x="77089" y="20320"/>
                    <a:pt x="79121" y="25400"/>
                  </a:cubicBezTo>
                  <a:cubicBezTo>
                    <a:pt x="81153" y="30480"/>
                    <a:pt x="82296" y="35687"/>
                    <a:pt x="82296" y="4102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795402" y="484757"/>
              <a:ext cx="92202" cy="91821"/>
            </a:xfrm>
            <a:custGeom>
              <a:avLst/>
              <a:gdLst/>
              <a:ahLst/>
              <a:cxnLst/>
              <a:rect r="r" b="b" t="t" l="l"/>
              <a:pathLst>
                <a:path h="91821" w="92202">
                  <a:moveTo>
                    <a:pt x="46101" y="91821"/>
                  </a:moveTo>
                  <a:cubicBezTo>
                    <a:pt x="20701" y="91821"/>
                    <a:pt x="0" y="71247"/>
                    <a:pt x="0" y="45974"/>
                  </a:cubicBezTo>
                  <a:cubicBezTo>
                    <a:pt x="0" y="20701"/>
                    <a:pt x="20574" y="0"/>
                    <a:pt x="46101" y="0"/>
                  </a:cubicBezTo>
                  <a:cubicBezTo>
                    <a:pt x="71628" y="0"/>
                    <a:pt x="92203" y="20574"/>
                    <a:pt x="92203" y="45974"/>
                  </a:cubicBezTo>
                  <a:cubicBezTo>
                    <a:pt x="92203" y="71374"/>
                    <a:pt x="71501" y="91821"/>
                    <a:pt x="46101" y="91821"/>
                  </a:cubicBezTo>
                  <a:close/>
                  <a:moveTo>
                    <a:pt x="46101" y="9906"/>
                  </a:moveTo>
                  <a:cubicBezTo>
                    <a:pt x="26162" y="9906"/>
                    <a:pt x="9906" y="26035"/>
                    <a:pt x="9906" y="45974"/>
                  </a:cubicBezTo>
                  <a:cubicBezTo>
                    <a:pt x="9906" y="65913"/>
                    <a:pt x="26035" y="82042"/>
                    <a:pt x="46101" y="82042"/>
                  </a:cubicBezTo>
                  <a:cubicBezTo>
                    <a:pt x="66168" y="82042"/>
                    <a:pt x="82297" y="65913"/>
                    <a:pt x="82297" y="45974"/>
                  </a:cubicBezTo>
                  <a:cubicBezTo>
                    <a:pt x="82297" y="26035"/>
                    <a:pt x="66041" y="9906"/>
                    <a:pt x="46101" y="990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1812928" y="216661"/>
              <a:ext cx="55753" cy="623568"/>
            </a:xfrm>
            <a:custGeom>
              <a:avLst/>
              <a:gdLst/>
              <a:ahLst/>
              <a:cxnLst/>
              <a:rect r="r" b="b" t="t" l="l"/>
              <a:pathLst>
                <a:path h="623568" w="55753">
                  <a:moveTo>
                    <a:pt x="0" y="622425"/>
                  </a:moveTo>
                  <a:lnTo>
                    <a:pt x="36068" y="0"/>
                  </a:lnTo>
                  <a:lnTo>
                    <a:pt x="55753" y="1143"/>
                  </a:lnTo>
                  <a:lnTo>
                    <a:pt x="19685" y="623568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1689230" y="246506"/>
              <a:ext cx="303277" cy="563624"/>
            </a:xfrm>
            <a:custGeom>
              <a:avLst/>
              <a:gdLst/>
              <a:ahLst/>
              <a:cxnLst/>
              <a:rect r="r" b="b" t="t" l="l"/>
              <a:pathLst>
                <a:path h="563624" w="303277">
                  <a:moveTo>
                    <a:pt x="0" y="554607"/>
                  </a:moveTo>
                  <a:lnTo>
                    <a:pt x="285751" y="0"/>
                  </a:lnTo>
                  <a:lnTo>
                    <a:pt x="303277" y="9017"/>
                  </a:lnTo>
                  <a:lnTo>
                    <a:pt x="17526" y="563624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1598044" y="316737"/>
              <a:ext cx="485395" cy="423289"/>
            </a:xfrm>
            <a:custGeom>
              <a:avLst/>
              <a:gdLst/>
              <a:ahLst/>
              <a:cxnLst/>
              <a:rect r="r" b="b" t="t" l="l"/>
              <a:pathLst>
                <a:path h="423289" w="485395">
                  <a:moveTo>
                    <a:pt x="0" y="408430"/>
                  </a:moveTo>
                  <a:lnTo>
                    <a:pt x="472441" y="0"/>
                  </a:lnTo>
                  <a:lnTo>
                    <a:pt x="485395" y="14859"/>
                  </a:lnTo>
                  <a:lnTo>
                    <a:pt x="12954" y="42328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1539878" y="424432"/>
              <a:ext cx="601727" cy="208025"/>
            </a:xfrm>
            <a:custGeom>
              <a:avLst/>
              <a:gdLst/>
              <a:ahLst/>
              <a:cxnLst/>
              <a:rect r="r" b="b" t="t" l="l"/>
              <a:pathLst>
                <a:path h="208025" w="601727">
                  <a:moveTo>
                    <a:pt x="0" y="189230"/>
                  </a:moveTo>
                  <a:lnTo>
                    <a:pt x="595758" y="0"/>
                  </a:lnTo>
                  <a:lnTo>
                    <a:pt x="601727" y="18796"/>
                  </a:lnTo>
                  <a:lnTo>
                    <a:pt x="5969" y="208026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3" id="13"/>
            <p:cNvSpPr/>
            <p:nvPr/>
          </p:nvSpPr>
          <p:spPr>
            <a:xfrm flipH="false" flipV="false" rot="0">
              <a:off x="1527940" y="500378"/>
              <a:ext cx="625349" cy="55753"/>
            </a:xfrm>
            <a:custGeom>
              <a:avLst/>
              <a:gdLst/>
              <a:ahLst/>
              <a:cxnLst/>
              <a:rect r="r" b="b" t="t" l="l"/>
              <a:pathLst>
                <a:path h="55753" w="625349">
                  <a:moveTo>
                    <a:pt x="0" y="19685"/>
                  </a:moveTo>
                  <a:lnTo>
                    <a:pt x="1143" y="0"/>
                  </a:lnTo>
                  <a:lnTo>
                    <a:pt x="625349" y="36068"/>
                  </a:lnTo>
                  <a:lnTo>
                    <a:pt x="624206" y="557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4" id="14"/>
            <p:cNvSpPr/>
            <p:nvPr/>
          </p:nvSpPr>
          <p:spPr>
            <a:xfrm flipH="false" flipV="false" rot="0">
              <a:off x="1560198" y="373252"/>
              <a:ext cx="561214" cy="310260"/>
            </a:xfrm>
            <a:custGeom>
              <a:avLst/>
              <a:gdLst/>
              <a:ahLst/>
              <a:cxnLst/>
              <a:rect r="r" b="b" t="t" l="l"/>
              <a:pathLst>
                <a:path h="310260" w="561214">
                  <a:moveTo>
                    <a:pt x="0" y="17399"/>
                  </a:moveTo>
                  <a:lnTo>
                    <a:pt x="9271" y="0"/>
                  </a:lnTo>
                  <a:lnTo>
                    <a:pt x="561214" y="292861"/>
                  </a:lnTo>
                  <a:lnTo>
                    <a:pt x="551943" y="31026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1628905" y="286003"/>
              <a:ext cx="423800" cy="484503"/>
            </a:xfrm>
            <a:custGeom>
              <a:avLst/>
              <a:gdLst/>
              <a:ahLst/>
              <a:cxnLst/>
              <a:rect r="r" b="b" t="t" l="l"/>
              <a:pathLst>
                <a:path h="484503" w="423800">
                  <a:moveTo>
                    <a:pt x="0" y="12827"/>
                  </a:moveTo>
                  <a:lnTo>
                    <a:pt x="14986" y="0"/>
                  </a:lnTo>
                  <a:lnTo>
                    <a:pt x="423800" y="471676"/>
                  </a:lnTo>
                  <a:lnTo>
                    <a:pt x="408814" y="48450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1740665" y="227075"/>
              <a:ext cx="200406" cy="602359"/>
            </a:xfrm>
            <a:custGeom>
              <a:avLst/>
              <a:gdLst/>
              <a:ahLst/>
              <a:cxnLst/>
              <a:rect r="r" b="b" t="t" l="l"/>
              <a:pathLst>
                <a:path h="602359" w="200406">
                  <a:moveTo>
                    <a:pt x="0" y="5715"/>
                  </a:moveTo>
                  <a:lnTo>
                    <a:pt x="18923" y="0"/>
                  </a:lnTo>
                  <a:lnTo>
                    <a:pt x="200406" y="596644"/>
                  </a:lnTo>
                  <a:lnTo>
                    <a:pt x="181483" y="602359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399924" y="244601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610871" y="255650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753873" y="4269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734442" y="642872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4"/>
                    <a:pt x="35687" y="62483"/>
                    <a:pt x="31496" y="62483"/>
                  </a:cubicBezTo>
                  <a:cubicBezTo>
                    <a:pt x="27305" y="62483"/>
                    <a:pt x="23368" y="61722"/>
                    <a:pt x="19431" y="60071"/>
                  </a:cubicBezTo>
                  <a:cubicBezTo>
                    <a:pt x="15494" y="58419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566167" y="780793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351664" y="761489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2" y="31242"/>
                  </a:moveTo>
                  <a:cubicBezTo>
                    <a:pt x="62992" y="35433"/>
                    <a:pt x="62230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0" y="23114"/>
                    <a:pt x="62992" y="27178"/>
                    <a:pt x="62992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3" id="23"/>
            <p:cNvSpPr/>
            <p:nvPr/>
          </p:nvSpPr>
          <p:spPr>
            <a:xfrm flipH="false" flipV="false" rot="0">
              <a:off x="211836" y="595374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2"/>
                  </a:moveTo>
                  <a:cubicBezTo>
                    <a:pt x="62993" y="35433"/>
                    <a:pt x="62231" y="39370"/>
                    <a:pt x="60579" y="43180"/>
                  </a:cubicBezTo>
                  <a:cubicBezTo>
                    <a:pt x="58928" y="46990"/>
                    <a:pt x="56769" y="50419"/>
                    <a:pt x="53721" y="53340"/>
                  </a:cubicBezTo>
                  <a:cubicBezTo>
                    <a:pt x="50673" y="56261"/>
                    <a:pt x="47371" y="58547"/>
                    <a:pt x="43561" y="60071"/>
                  </a:cubicBezTo>
                  <a:cubicBezTo>
                    <a:pt x="39751" y="61595"/>
                    <a:pt x="35687" y="62484"/>
                    <a:pt x="31496" y="62484"/>
                  </a:cubicBezTo>
                  <a:cubicBezTo>
                    <a:pt x="27305" y="62484"/>
                    <a:pt x="23368" y="61722"/>
                    <a:pt x="19431" y="60071"/>
                  </a:cubicBezTo>
                  <a:cubicBezTo>
                    <a:pt x="15494" y="58420"/>
                    <a:pt x="12192" y="56261"/>
                    <a:pt x="9271" y="53340"/>
                  </a:cubicBezTo>
                  <a:cubicBezTo>
                    <a:pt x="6350" y="50419"/>
                    <a:pt x="4064" y="46990"/>
                    <a:pt x="2413" y="43180"/>
                  </a:cubicBezTo>
                  <a:cubicBezTo>
                    <a:pt x="762" y="39370"/>
                    <a:pt x="0" y="35306"/>
                    <a:pt x="0" y="31242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1" y="2413"/>
                  </a:cubicBezTo>
                  <a:cubicBezTo>
                    <a:pt x="47498" y="4064"/>
                    <a:pt x="50800" y="6223"/>
                    <a:pt x="53721" y="9144"/>
                  </a:cubicBezTo>
                  <a:cubicBezTo>
                    <a:pt x="56642" y="12065"/>
                    <a:pt x="58928" y="15494"/>
                    <a:pt x="60579" y="19304"/>
                  </a:cubicBezTo>
                  <a:cubicBezTo>
                    <a:pt x="62231" y="23114"/>
                    <a:pt x="62993" y="27178"/>
                    <a:pt x="62993" y="3124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4" id="24"/>
            <p:cNvSpPr/>
            <p:nvPr/>
          </p:nvSpPr>
          <p:spPr>
            <a:xfrm flipH="false" flipV="false" rot="0">
              <a:off x="231394" y="383285"/>
              <a:ext cx="62992" cy="62484"/>
            </a:xfrm>
            <a:custGeom>
              <a:avLst/>
              <a:gdLst/>
              <a:ahLst/>
              <a:cxnLst/>
              <a:rect r="r" b="b" t="t" l="l"/>
              <a:pathLst>
                <a:path h="62484" w="62992">
                  <a:moveTo>
                    <a:pt x="62993" y="31241"/>
                  </a:moveTo>
                  <a:cubicBezTo>
                    <a:pt x="62993" y="35433"/>
                    <a:pt x="62231" y="39369"/>
                    <a:pt x="60580" y="43179"/>
                  </a:cubicBezTo>
                  <a:cubicBezTo>
                    <a:pt x="58929" y="46989"/>
                    <a:pt x="56770" y="50418"/>
                    <a:pt x="53722" y="53339"/>
                  </a:cubicBezTo>
                  <a:cubicBezTo>
                    <a:pt x="50674" y="56260"/>
                    <a:pt x="47372" y="58546"/>
                    <a:pt x="43562" y="60070"/>
                  </a:cubicBezTo>
                  <a:cubicBezTo>
                    <a:pt x="39752" y="61594"/>
                    <a:pt x="35687" y="62483"/>
                    <a:pt x="31496" y="62483"/>
                  </a:cubicBezTo>
                  <a:cubicBezTo>
                    <a:pt x="27305" y="62483"/>
                    <a:pt x="23368" y="61721"/>
                    <a:pt x="19431" y="60070"/>
                  </a:cubicBezTo>
                  <a:cubicBezTo>
                    <a:pt x="15494" y="58419"/>
                    <a:pt x="12192" y="56260"/>
                    <a:pt x="9271" y="53339"/>
                  </a:cubicBezTo>
                  <a:cubicBezTo>
                    <a:pt x="6350" y="50418"/>
                    <a:pt x="4064" y="46989"/>
                    <a:pt x="2413" y="43179"/>
                  </a:cubicBezTo>
                  <a:cubicBezTo>
                    <a:pt x="762" y="39369"/>
                    <a:pt x="0" y="35305"/>
                    <a:pt x="0" y="31241"/>
                  </a:cubicBezTo>
                  <a:cubicBezTo>
                    <a:pt x="0" y="27178"/>
                    <a:pt x="762" y="23114"/>
                    <a:pt x="2413" y="19304"/>
                  </a:cubicBezTo>
                  <a:cubicBezTo>
                    <a:pt x="4064" y="15494"/>
                    <a:pt x="6223" y="12065"/>
                    <a:pt x="9271" y="9144"/>
                  </a:cubicBezTo>
                  <a:cubicBezTo>
                    <a:pt x="12319" y="6223"/>
                    <a:pt x="15621" y="3937"/>
                    <a:pt x="19431" y="2413"/>
                  </a:cubicBezTo>
                  <a:cubicBezTo>
                    <a:pt x="23241" y="889"/>
                    <a:pt x="27305" y="0"/>
                    <a:pt x="31496" y="0"/>
                  </a:cubicBezTo>
                  <a:cubicBezTo>
                    <a:pt x="35687" y="0"/>
                    <a:pt x="39624" y="762"/>
                    <a:pt x="43562" y="2413"/>
                  </a:cubicBezTo>
                  <a:cubicBezTo>
                    <a:pt x="47499" y="4064"/>
                    <a:pt x="50801" y="6223"/>
                    <a:pt x="53722" y="9144"/>
                  </a:cubicBezTo>
                  <a:cubicBezTo>
                    <a:pt x="56643" y="12065"/>
                    <a:pt x="58929" y="15494"/>
                    <a:pt x="60580" y="19304"/>
                  </a:cubicBezTo>
                  <a:cubicBezTo>
                    <a:pt x="62231" y="23114"/>
                    <a:pt x="62993" y="27178"/>
                    <a:pt x="62993" y="31241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3500" y="63500"/>
              <a:ext cx="2238252" cy="935987"/>
            </a:xfrm>
            <a:custGeom>
              <a:avLst/>
              <a:gdLst/>
              <a:ahLst/>
              <a:cxnLst/>
              <a:rect r="r" b="b" t="t" l="l"/>
              <a:pathLst>
                <a:path h="935987" w="2238252">
                  <a:moveTo>
                    <a:pt x="0" y="935986"/>
                  </a:moveTo>
                  <a:lnTo>
                    <a:pt x="2238252" y="935986"/>
                  </a:lnTo>
                  <a:lnTo>
                    <a:pt x="2238252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9315631" y="4090378"/>
            <a:ext cx="1449457" cy="1250699"/>
            <a:chOff x="0" y="0"/>
            <a:chExt cx="1449451" cy="125069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271525" y="69723"/>
              <a:ext cx="907285" cy="907031"/>
            </a:xfrm>
            <a:custGeom>
              <a:avLst/>
              <a:gdLst/>
              <a:ahLst/>
              <a:cxnLst/>
              <a:rect r="r" b="b" t="t" l="l"/>
              <a:pathLst>
                <a:path h="907031" w="907285">
                  <a:moveTo>
                    <a:pt x="907285" y="453516"/>
                  </a:moveTo>
                  <a:cubicBezTo>
                    <a:pt x="907285" y="468374"/>
                    <a:pt x="906523" y="483233"/>
                    <a:pt x="905126" y="497965"/>
                  </a:cubicBezTo>
                  <a:cubicBezTo>
                    <a:pt x="903729" y="512697"/>
                    <a:pt x="901443" y="527429"/>
                    <a:pt x="898649" y="542034"/>
                  </a:cubicBezTo>
                  <a:cubicBezTo>
                    <a:pt x="895855" y="556639"/>
                    <a:pt x="892172" y="570990"/>
                    <a:pt x="887854" y="585214"/>
                  </a:cubicBezTo>
                  <a:cubicBezTo>
                    <a:pt x="883536" y="599438"/>
                    <a:pt x="878583" y="613408"/>
                    <a:pt x="872868" y="627124"/>
                  </a:cubicBezTo>
                  <a:cubicBezTo>
                    <a:pt x="867153" y="640840"/>
                    <a:pt x="860803" y="654302"/>
                    <a:pt x="853818" y="667383"/>
                  </a:cubicBezTo>
                  <a:cubicBezTo>
                    <a:pt x="846833" y="680464"/>
                    <a:pt x="839213" y="693164"/>
                    <a:pt x="830958" y="705610"/>
                  </a:cubicBezTo>
                  <a:cubicBezTo>
                    <a:pt x="822703" y="718056"/>
                    <a:pt x="813813" y="729867"/>
                    <a:pt x="804415" y="741297"/>
                  </a:cubicBezTo>
                  <a:cubicBezTo>
                    <a:pt x="795017" y="752727"/>
                    <a:pt x="784984" y="763776"/>
                    <a:pt x="774570" y="774317"/>
                  </a:cubicBezTo>
                  <a:cubicBezTo>
                    <a:pt x="764156" y="784857"/>
                    <a:pt x="753107" y="794763"/>
                    <a:pt x="741550" y="804161"/>
                  </a:cubicBezTo>
                  <a:cubicBezTo>
                    <a:pt x="729993" y="813560"/>
                    <a:pt x="718182" y="822449"/>
                    <a:pt x="705736" y="830704"/>
                  </a:cubicBezTo>
                  <a:cubicBezTo>
                    <a:pt x="693290" y="838959"/>
                    <a:pt x="680717" y="846579"/>
                    <a:pt x="667509" y="853564"/>
                  </a:cubicBezTo>
                  <a:cubicBezTo>
                    <a:pt x="654302" y="860549"/>
                    <a:pt x="640966" y="866899"/>
                    <a:pt x="627251" y="872614"/>
                  </a:cubicBezTo>
                  <a:cubicBezTo>
                    <a:pt x="613535" y="878329"/>
                    <a:pt x="599565" y="883282"/>
                    <a:pt x="585341" y="887600"/>
                  </a:cubicBezTo>
                  <a:cubicBezTo>
                    <a:pt x="571117" y="891918"/>
                    <a:pt x="556766" y="895474"/>
                    <a:pt x="542161" y="898395"/>
                  </a:cubicBezTo>
                  <a:cubicBezTo>
                    <a:pt x="527556" y="901316"/>
                    <a:pt x="512951" y="903475"/>
                    <a:pt x="498092" y="904872"/>
                  </a:cubicBezTo>
                  <a:cubicBezTo>
                    <a:pt x="483233" y="906269"/>
                    <a:pt x="468501" y="907031"/>
                    <a:pt x="453642" y="907031"/>
                  </a:cubicBezTo>
                  <a:cubicBezTo>
                    <a:pt x="438783" y="907031"/>
                    <a:pt x="423924" y="906269"/>
                    <a:pt x="409192" y="904872"/>
                  </a:cubicBezTo>
                  <a:cubicBezTo>
                    <a:pt x="394460" y="903475"/>
                    <a:pt x="379729" y="901189"/>
                    <a:pt x="365124" y="898395"/>
                  </a:cubicBezTo>
                  <a:cubicBezTo>
                    <a:pt x="350519" y="895601"/>
                    <a:pt x="336168" y="891918"/>
                    <a:pt x="321944" y="887600"/>
                  </a:cubicBezTo>
                  <a:cubicBezTo>
                    <a:pt x="307720" y="883282"/>
                    <a:pt x="293750" y="878329"/>
                    <a:pt x="280034" y="872614"/>
                  </a:cubicBezTo>
                  <a:cubicBezTo>
                    <a:pt x="266318" y="866899"/>
                    <a:pt x="252856" y="860549"/>
                    <a:pt x="239775" y="853564"/>
                  </a:cubicBezTo>
                  <a:cubicBezTo>
                    <a:pt x="226694" y="846579"/>
                    <a:pt x="213994" y="838959"/>
                    <a:pt x="201548" y="830704"/>
                  </a:cubicBezTo>
                  <a:cubicBezTo>
                    <a:pt x="189102" y="822449"/>
                    <a:pt x="177291" y="813560"/>
                    <a:pt x="165734" y="804161"/>
                  </a:cubicBezTo>
                  <a:cubicBezTo>
                    <a:pt x="154177" y="794763"/>
                    <a:pt x="143255" y="784730"/>
                    <a:pt x="132714" y="774317"/>
                  </a:cubicBezTo>
                  <a:cubicBezTo>
                    <a:pt x="122174" y="763903"/>
                    <a:pt x="112268" y="752854"/>
                    <a:pt x="102870" y="741297"/>
                  </a:cubicBezTo>
                  <a:cubicBezTo>
                    <a:pt x="93472" y="729740"/>
                    <a:pt x="84582" y="717929"/>
                    <a:pt x="76327" y="705610"/>
                  </a:cubicBezTo>
                  <a:cubicBezTo>
                    <a:pt x="68072" y="693291"/>
                    <a:pt x="60452" y="680591"/>
                    <a:pt x="53467" y="667383"/>
                  </a:cubicBezTo>
                  <a:cubicBezTo>
                    <a:pt x="46482" y="654175"/>
                    <a:pt x="40132" y="640840"/>
                    <a:pt x="34417" y="627124"/>
                  </a:cubicBezTo>
                  <a:cubicBezTo>
                    <a:pt x="28702" y="613408"/>
                    <a:pt x="23749" y="599438"/>
                    <a:pt x="19431" y="585214"/>
                  </a:cubicBezTo>
                  <a:cubicBezTo>
                    <a:pt x="15113" y="570990"/>
                    <a:pt x="11557" y="556639"/>
                    <a:pt x="8636" y="542034"/>
                  </a:cubicBezTo>
                  <a:cubicBezTo>
                    <a:pt x="5715" y="527429"/>
                    <a:pt x="3556" y="512824"/>
                    <a:pt x="2159" y="497965"/>
                  </a:cubicBezTo>
                  <a:cubicBezTo>
                    <a:pt x="762" y="483106"/>
                    <a:pt x="0" y="468374"/>
                    <a:pt x="0" y="453516"/>
                  </a:cubicBezTo>
                  <a:cubicBezTo>
                    <a:pt x="0" y="438657"/>
                    <a:pt x="762" y="423798"/>
                    <a:pt x="2159" y="409066"/>
                  </a:cubicBezTo>
                  <a:cubicBezTo>
                    <a:pt x="3556" y="394334"/>
                    <a:pt x="5842" y="379602"/>
                    <a:pt x="8636" y="364997"/>
                  </a:cubicBezTo>
                  <a:cubicBezTo>
                    <a:pt x="11430" y="350392"/>
                    <a:pt x="15113" y="336041"/>
                    <a:pt x="19431" y="321817"/>
                  </a:cubicBezTo>
                  <a:cubicBezTo>
                    <a:pt x="23749" y="307593"/>
                    <a:pt x="28702" y="293623"/>
                    <a:pt x="34417" y="279907"/>
                  </a:cubicBezTo>
                  <a:cubicBezTo>
                    <a:pt x="40132" y="266191"/>
                    <a:pt x="46482" y="252729"/>
                    <a:pt x="53467" y="239648"/>
                  </a:cubicBezTo>
                  <a:cubicBezTo>
                    <a:pt x="60452" y="226567"/>
                    <a:pt x="68072" y="213867"/>
                    <a:pt x="76327" y="201421"/>
                  </a:cubicBezTo>
                  <a:cubicBezTo>
                    <a:pt x="84582" y="188975"/>
                    <a:pt x="93472" y="177164"/>
                    <a:pt x="102870" y="165734"/>
                  </a:cubicBezTo>
                  <a:cubicBezTo>
                    <a:pt x="112268" y="154304"/>
                    <a:pt x="122301" y="143255"/>
                    <a:pt x="132714" y="132714"/>
                  </a:cubicBezTo>
                  <a:cubicBezTo>
                    <a:pt x="143128" y="122173"/>
                    <a:pt x="154177" y="112267"/>
                    <a:pt x="165734" y="102870"/>
                  </a:cubicBezTo>
                  <a:cubicBezTo>
                    <a:pt x="177291" y="93472"/>
                    <a:pt x="189102" y="84582"/>
                    <a:pt x="201548" y="76327"/>
                  </a:cubicBezTo>
                  <a:cubicBezTo>
                    <a:pt x="213994" y="68072"/>
                    <a:pt x="226567" y="60452"/>
                    <a:pt x="239775" y="53467"/>
                  </a:cubicBezTo>
                  <a:cubicBezTo>
                    <a:pt x="252983" y="46482"/>
                    <a:pt x="266318" y="40132"/>
                    <a:pt x="280034" y="34417"/>
                  </a:cubicBezTo>
                  <a:cubicBezTo>
                    <a:pt x="293750" y="28702"/>
                    <a:pt x="307720" y="23749"/>
                    <a:pt x="321944" y="19431"/>
                  </a:cubicBezTo>
                  <a:cubicBezTo>
                    <a:pt x="336168" y="15113"/>
                    <a:pt x="350519" y="11557"/>
                    <a:pt x="365124" y="8636"/>
                  </a:cubicBezTo>
                  <a:cubicBezTo>
                    <a:pt x="379729" y="5715"/>
                    <a:pt x="394333" y="3556"/>
                    <a:pt x="409192" y="2159"/>
                  </a:cubicBezTo>
                  <a:cubicBezTo>
                    <a:pt x="424051" y="762"/>
                    <a:pt x="438783" y="0"/>
                    <a:pt x="453642" y="0"/>
                  </a:cubicBezTo>
                  <a:cubicBezTo>
                    <a:pt x="468501" y="0"/>
                    <a:pt x="483360" y="762"/>
                    <a:pt x="498092" y="2159"/>
                  </a:cubicBezTo>
                  <a:cubicBezTo>
                    <a:pt x="512824" y="3556"/>
                    <a:pt x="527556" y="5842"/>
                    <a:pt x="542161" y="8636"/>
                  </a:cubicBezTo>
                  <a:cubicBezTo>
                    <a:pt x="556766" y="11430"/>
                    <a:pt x="571117" y="15113"/>
                    <a:pt x="585341" y="19431"/>
                  </a:cubicBezTo>
                  <a:cubicBezTo>
                    <a:pt x="599565" y="23749"/>
                    <a:pt x="613535" y="28702"/>
                    <a:pt x="627251" y="34417"/>
                  </a:cubicBezTo>
                  <a:cubicBezTo>
                    <a:pt x="640966" y="40132"/>
                    <a:pt x="654429" y="46482"/>
                    <a:pt x="667509" y="53467"/>
                  </a:cubicBezTo>
                  <a:cubicBezTo>
                    <a:pt x="680590" y="60452"/>
                    <a:pt x="693290" y="68072"/>
                    <a:pt x="705736" y="76327"/>
                  </a:cubicBezTo>
                  <a:cubicBezTo>
                    <a:pt x="718182" y="84582"/>
                    <a:pt x="729993" y="93472"/>
                    <a:pt x="741550" y="102870"/>
                  </a:cubicBezTo>
                  <a:cubicBezTo>
                    <a:pt x="753107" y="112267"/>
                    <a:pt x="764029" y="122300"/>
                    <a:pt x="774570" y="132714"/>
                  </a:cubicBezTo>
                  <a:cubicBezTo>
                    <a:pt x="785111" y="143128"/>
                    <a:pt x="795017" y="154177"/>
                    <a:pt x="804415" y="165734"/>
                  </a:cubicBezTo>
                  <a:cubicBezTo>
                    <a:pt x="813813" y="177291"/>
                    <a:pt x="822703" y="189102"/>
                    <a:pt x="830958" y="201421"/>
                  </a:cubicBezTo>
                  <a:cubicBezTo>
                    <a:pt x="839213" y="213740"/>
                    <a:pt x="846833" y="226440"/>
                    <a:pt x="853818" y="239648"/>
                  </a:cubicBezTo>
                  <a:cubicBezTo>
                    <a:pt x="860803" y="252856"/>
                    <a:pt x="867153" y="266191"/>
                    <a:pt x="872868" y="279907"/>
                  </a:cubicBezTo>
                  <a:cubicBezTo>
                    <a:pt x="878583" y="293623"/>
                    <a:pt x="883536" y="307593"/>
                    <a:pt x="887854" y="321817"/>
                  </a:cubicBezTo>
                  <a:cubicBezTo>
                    <a:pt x="892172" y="336041"/>
                    <a:pt x="895727" y="350392"/>
                    <a:pt x="898649" y="364997"/>
                  </a:cubicBezTo>
                  <a:cubicBezTo>
                    <a:pt x="901570" y="379602"/>
                    <a:pt x="903729" y="394207"/>
                    <a:pt x="905126" y="409066"/>
                  </a:cubicBezTo>
                  <a:cubicBezTo>
                    <a:pt x="906523" y="423925"/>
                    <a:pt x="907285" y="438657"/>
                    <a:pt x="907285" y="453516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265429" y="63500"/>
              <a:ext cx="919731" cy="919477"/>
            </a:xfrm>
            <a:custGeom>
              <a:avLst/>
              <a:gdLst/>
              <a:ahLst/>
              <a:cxnLst/>
              <a:rect r="r" b="b" t="t" l="l"/>
              <a:pathLst>
                <a:path h="919477" w="919731">
                  <a:moveTo>
                    <a:pt x="459865" y="919477"/>
                  </a:moveTo>
                  <a:cubicBezTo>
                    <a:pt x="206374" y="919477"/>
                    <a:pt x="0" y="713230"/>
                    <a:pt x="0" y="459739"/>
                  </a:cubicBezTo>
                  <a:cubicBezTo>
                    <a:pt x="0" y="206247"/>
                    <a:pt x="206374" y="0"/>
                    <a:pt x="459865" y="0"/>
                  </a:cubicBezTo>
                  <a:cubicBezTo>
                    <a:pt x="713356" y="0"/>
                    <a:pt x="919731" y="206247"/>
                    <a:pt x="919731" y="459739"/>
                  </a:cubicBezTo>
                  <a:cubicBezTo>
                    <a:pt x="919731" y="713230"/>
                    <a:pt x="713356" y="919477"/>
                    <a:pt x="459865" y="919477"/>
                  </a:cubicBezTo>
                  <a:close/>
                  <a:moveTo>
                    <a:pt x="459865" y="12573"/>
                  </a:moveTo>
                  <a:cubicBezTo>
                    <a:pt x="213232" y="12573"/>
                    <a:pt x="12573" y="213232"/>
                    <a:pt x="12573" y="459738"/>
                  </a:cubicBezTo>
                  <a:cubicBezTo>
                    <a:pt x="12573" y="706245"/>
                    <a:pt x="213232" y="906904"/>
                    <a:pt x="459865" y="906904"/>
                  </a:cubicBezTo>
                  <a:cubicBezTo>
                    <a:pt x="706498" y="906904"/>
                    <a:pt x="907158" y="706372"/>
                    <a:pt x="907158" y="459739"/>
                  </a:cubicBezTo>
                  <a:cubicBezTo>
                    <a:pt x="907158" y="213105"/>
                    <a:pt x="706498" y="12573"/>
                    <a:pt x="459865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452118" y="244220"/>
              <a:ext cx="546860" cy="546860"/>
            </a:xfrm>
            <a:custGeom>
              <a:avLst/>
              <a:gdLst/>
              <a:ahLst/>
              <a:cxnLst/>
              <a:rect r="r" b="b" t="t" l="l"/>
              <a:pathLst>
                <a:path h="546860" w="546860">
                  <a:moveTo>
                    <a:pt x="546860" y="273430"/>
                  </a:moveTo>
                  <a:cubicBezTo>
                    <a:pt x="546860" y="282447"/>
                    <a:pt x="546479" y="291337"/>
                    <a:pt x="545590" y="300227"/>
                  </a:cubicBezTo>
                  <a:cubicBezTo>
                    <a:pt x="544701" y="309117"/>
                    <a:pt x="543431" y="318007"/>
                    <a:pt x="541653" y="326770"/>
                  </a:cubicBezTo>
                  <a:cubicBezTo>
                    <a:pt x="539875" y="335533"/>
                    <a:pt x="537716" y="344296"/>
                    <a:pt x="535176" y="352805"/>
                  </a:cubicBezTo>
                  <a:cubicBezTo>
                    <a:pt x="532636" y="361314"/>
                    <a:pt x="529588" y="369823"/>
                    <a:pt x="526159" y="378078"/>
                  </a:cubicBezTo>
                  <a:cubicBezTo>
                    <a:pt x="522730" y="386333"/>
                    <a:pt x="518920" y="394461"/>
                    <a:pt x="514729" y="402335"/>
                  </a:cubicBezTo>
                  <a:cubicBezTo>
                    <a:pt x="510538" y="410209"/>
                    <a:pt x="505839" y="417956"/>
                    <a:pt x="500886" y="425322"/>
                  </a:cubicBezTo>
                  <a:cubicBezTo>
                    <a:pt x="495933" y="432688"/>
                    <a:pt x="490599" y="439927"/>
                    <a:pt x="484884" y="446912"/>
                  </a:cubicBezTo>
                  <a:cubicBezTo>
                    <a:pt x="479170" y="453897"/>
                    <a:pt x="473201" y="460501"/>
                    <a:pt x="466851" y="466851"/>
                  </a:cubicBezTo>
                  <a:cubicBezTo>
                    <a:pt x="460501" y="473201"/>
                    <a:pt x="453897" y="479170"/>
                    <a:pt x="446912" y="484885"/>
                  </a:cubicBezTo>
                  <a:cubicBezTo>
                    <a:pt x="439927" y="490600"/>
                    <a:pt x="432815" y="495934"/>
                    <a:pt x="425322" y="500887"/>
                  </a:cubicBezTo>
                  <a:cubicBezTo>
                    <a:pt x="417829" y="505840"/>
                    <a:pt x="410209" y="510412"/>
                    <a:pt x="402335" y="514730"/>
                  </a:cubicBezTo>
                  <a:cubicBezTo>
                    <a:pt x="394461" y="519048"/>
                    <a:pt x="386333" y="522731"/>
                    <a:pt x="378078" y="526160"/>
                  </a:cubicBezTo>
                  <a:cubicBezTo>
                    <a:pt x="369823" y="529589"/>
                    <a:pt x="361314" y="532637"/>
                    <a:pt x="352805" y="535177"/>
                  </a:cubicBezTo>
                  <a:cubicBezTo>
                    <a:pt x="344296" y="537717"/>
                    <a:pt x="335533" y="540003"/>
                    <a:pt x="326770" y="541654"/>
                  </a:cubicBezTo>
                  <a:cubicBezTo>
                    <a:pt x="318007" y="543305"/>
                    <a:pt x="309117" y="544702"/>
                    <a:pt x="300227" y="545591"/>
                  </a:cubicBezTo>
                  <a:cubicBezTo>
                    <a:pt x="291337" y="546480"/>
                    <a:pt x="282320" y="546861"/>
                    <a:pt x="273430" y="546861"/>
                  </a:cubicBezTo>
                  <a:cubicBezTo>
                    <a:pt x="264540" y="546861"/>
                    <a:pt x="255523" y="546480"/>
                    <a:pt x="246633" y="545591"/>
                  </a:cubicBezTo>
                  <a:cubicBezTo>
                    <a:pt x="237743" y="544702"/>
                    <a:pt x="228853" y="543432"/>
                    <a:pt x="220090" y="541654"/>
                  </a:cubicBezTo>
                  <a:cubicBezTo>
                    <a:pt x="211328" y="539876"/>
                    <a:pt x="202565" y="537717"/>
                    <a:pt x="194056" y="535177"/>
                  </a:cubicBezTo>
                  <a:cubicBezTo>
                    <a:pt x="185547" y="532637"/>
                    <a:pt x="177038" y="529589"/>
                    <a:pt x="168783" y="526160"/>
                  </a:cubicBezTo>
                  <a:cubicBezTo>
                    <a:pt x="160528" y="522731"/>
                    <a:pt x="152400" y="518921"/>
                    <a:pt x="144526" y="514730"/>
                  </a:cubicBezTo>
                  <a:cubicBezTo>
                    <a:pt x="136652" y="510539"/>
                    <a:pt x="128905" y="505967"/>
                    <a:pt x="121539" y="500887"/>
                  </a:cubicBezTo>
                  <a:cubicBezTo>
                    <a:pt x="114173" y="495807"/>
                    <a:pt x="106934" y="490600"/>
                    <a:pt x="99949" y="484885"/>
                  </a:cubicBezTo>
                  <a:cubicBezTo>
                    <a:pt x="92964" y="479170"/>
                    <a:pt x="86360" y="473201"/>
                    <a:pt x="80010" y="466851"/>
                  </a:cubicBezTo>
                  <a:cubicBezTo>
                    <a:pt x="73660" y="460501"/>
                    <a:pt x="67691" y="453897"/>
                    <a:pt x="61976" y="446912"/>
                  </a:cubicBezTo>
                  <a:cubicBezTo>
                    <a:pt x="56261" y="439927"/>
                    <a:pt x="50927" y="432815"/>
                    <a:pt x="45974" y="425322"/>
                  </a:cubicBezTo>
                  <a:cubicBezTo>
                    <a:pt x="41021" y="417829"/>
                    <a:pt x="36449" y="410209"/>
                    <a:pt x="32131" y="402335"/>
                  </a:cubicBezTo>
                  <a:cubicBezTo>
                    <a:pt x="27813" y="394461"/>
                    <a:pt x="24130" y="386333"/>
                    <a:pt x="20701" y="378078"/>
                  </a:cubicBezTo>
                  <a:cubicBezTo>
                    <a:pt x="17272" y="369823"/>
                    <a:pt x="14224" y="361314"/>
                    <a:pt x="11684" y="352805"/>
                  </a:cubicBezTo>
                  <a:cubicBezTo>
                    <a:pt x="9144" y="344296"/>
                    <a:pt x="6858" y="335533"/>
                    <a:pt x="5207" y="326770"/>
                  </a:cubicBezTo>
                  <a:cubicBezTo>
                    <a:pt x="3556" y="318007"/>
                    <a:pt x="2159" y="309117"/>
                    <a:pt x="1270" y="300227"/>
                  </a:cubicBezTo>
                  <a:cubicBezTo>
                    <a:pt x="381" y="291337"/>
                    <a:pt x="0" y="282320"/>
                    <a:pt x="0" y="273430"/>
                  </a:cubicBezTo>
                  <a:cubicBezTo>
                    <a:pt x="0" y="264541"/>
                    <a:pt x="381" y="255524"/>
                    <a:pt x="1270" y="246634"/>
                  </a:cubicBezTo>
                  <a:cubicBezTo>
                    <a:pt x="2159" y="237744"/>
                    <a:pt x="3429" y="228854"/>
                    <a:pt x="5207" y="220091"/>
                  </a:cubicBezTo>
                  <a:cubicBezTo>
                    <a:pt x="6985" y="211328"/>
                    <a:pt x="9144" y="202565"/>
                    <a:pt x="11684" y="194056"/>
                  </a:cubicBezTo>
                  <a:cubicBezTo>
                    <a:pt x="14224" y="185547"/>
                    <a:pt x="17272" y="177038"/>
                    <a:pt x="20701" y="168783"/>
                  </a:cubicBezTo>
                  <a:cubicBezTo>
                    <a:pt x="24130" y="160528"/>
                    <a:pt x="27940" y="152400"/>
                    <a:pt x="32131" y="144526"/>
                  </a:cubicBezTo>
                  <a:cubicBezTo>
                    <a:pt x="36322" y="136652"/>
                    <a:pt x="41021" y="128905"/>
                    <a:pt x="45974" y="121539"/>
                  </a:cubicBezTo>
                  <a:cubicBezTo>
                    <a:pt x="50927" y="114173"/>
                    <a:pt x="56261" y="106934"/>
                    <a:pt x="61976" y="99949"/>
                  </a:cubicBezTo>
                  <a:cubicBezTo>
                    <a:pt x="67691" y="92964"/>
                    <a:pt x="73660" y="86360"/>
                    <a:pt x="80010" y="80010"/>
                  </a:cubicBezTo>
                  <a:cubicBezTo>
                    <a:pt x="86360" y="73660"/>
                    <a:pt x="92964" y="67691"/>
                    <a:pt x="99949" y="61976"/>
                  </a:cubicBezTo>
                  <a:cubicBezTo>
                    <a:pt x="106934" y="56261"/>
                    <a:pt x="114046" y="50927"/>
                    <a:pt x="121539" y="45974"/>
                  </a:cubicBezTo>
                  <a:cubicBezTo>
                    <a:pt x="129032" y="41021"/>
                    <a:pt x="136652" y="36449"/>
                    <a:pt x="144526" y="32131"/>
                  </a:cubicBezTo>
                  <a:cubicBezTo>
                    <a:pt x="152400" y="27813"/>
                    <a:pt x="160528" y="24130"/>
                    <a:pt x="168783" y="20701"/>
                  </a:cubicBezTo>
                  <a:cubicBezTo>
                    <a:pt x="177038" y="17272"/>
                    <a:pt x="185547" y="14224"/>
                    <a:pt x="194056" y="11684"/>
                  </a:cubicBezTo>
                  <a:cubicBezTo>
                    <a:pt x="202565" y="9144"/>
                    <a:pt x="211328" y="6858"/>
                    <a:pt x="220090" y="5207"/>
                  </a:cubicBezTo>
                  <a:cubicBezTo>
                    <a:pt x="228853" y="3556"/>
                    <a:pt x="237743" y="2159"/>
                    <a:pt x="246633" y="1270"/>
                  </a:cubicBezTo>
                  <a:cubicBezTo>
                    <a:pt x="255523" y="381"/>
                    <a:pt x="264540" y="0"/>
                    <a:pt x="273430" y="0"/>
                  </a:cubicBezTo>
                  <a:cubicBezTo>
                    <a:pt x="282320" y="0"/>
                    <a:pt x="291337" y="381"/>
                    <a:pt x="300227" y="1270"/>
                  </a:cubicBezTo>
                  <a:cubicBezTo>
                    <a:pt x="309117" y="2159"/>
                    <a:pt x="318007" y="3429"/>
                    <a:pt x="326770" y="5207"/>
                  </a:cubicBezTo>
                  <a:cubicBezTo>
                    <a:pt x="335533" y="6985"/>
                    <a:pt x="344296" y="9144"/>
                    <a:pt x="352805" y="11684"/>
                  </a:cubicBezTo>
                  <a:cubicBezTo>
                    <a:pt x="361314" y="14224"/>
                    <a:pt x="369823" y="17272"/>
                    <a:pt x="378078" y="20701"/>
                  </a:cubicBezTo>
                  <a:cubicBezTo>
                    <a:pt x="386333" y="24130"/>
                    <a:pt x="394461" y="27940"/>
                    <a:pt x="402335" y="32131"/>
                  </a:cubicBezTo>
                  <a:cubicBezTo>
                    <a:pt x="410209" y="36322"/>
                    <a:pt x="417956" y="40894"/>
                    <a:pt x="425322" y="45974"/>
                  </a:cubicBezTo>
                  <a:cubicBezTo>
                    <a:pt x="432688" y="51054"/>
                    <a:pt x="439927" y="56261"/>
                    <a:pt x="446912" y="61976"/>
                  </a:cubicBezTo>
                  <a:cubicBezTo>
                    <a:pt x="453897" y="67691"/>
                    <a:pt x="460501" y="73660"/>
                    <a:pt x="466851" y="80010"/>
                  </a:cubicBezTo>
                  <a:cubicBezTo>
                    <a:pt x="473201" y="86360"/>
                    <a:pt x="479170" y="92964"/>
                    <a:pt x="484884" y="99949"/>
                  </a:cubicBezTo>
                  <a:cubicBezTo>
                    <a:pt x="490599" y="106934"/>
                    <a:pt x="495933" y="114046"/>
                    <a:pt x="500886" y="121539"/>
                  </a:cubicBezTo>
                  <a:cubicBezTo>
                    <a:pt x="505839" y="129032"/>
                    <a:pt x="510411" y="136652"/>
                    <a:pt x="514729" y="144526"/>
                  </a:cubicBezTo>
                  <a:cubicBezTo>
                    <a:pt x="519047" y="152400"/>
                    <a:pt x="522730" y="160528"/>
                    <a:pt x="526159" y="168783"/>
                  </a:cubicBezTo>
                  <a:cubicBezTo>
                    <a:pt x="529588" y="177038"/>
                    <a:pt x="532636" y="185547"/>
                    <a:pt x="535176" y="194056"/>
                  </a:cubicBezTo>
                  <a:cubicBezTo>
                    <a:pt x="537716" y="202565"/>
                    <a:pt x="540002" y="211328"/>
                    <a:pt x="541653" y="220091"/>
                  </a:cubicBezTo>
                  <a:cubicBezTo>
                    <a:pt x="543304" y="228854"/>
                    <a:pt x="544701" y="237744"/>
                    <a:pt x="545590" y="246634"/>
                  </a:cubicBezTo>
                  <a:cubicBezTo>
                    <a:pt x="546479" y="255524"/>
                    <a:pt x="546860" y="264541"/>
                    <a:pt x="546860" y="27343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445387" y="237743"/>
              <a:ext cx="559814" cy="559814"/>
            </a:xfrm>
            <a:custGeom>
              <a:avLst/>
              <a:gdLst/>
              <a:ahLst/>
              <a:cxnLst/>
              <a:rect r="r" b="b" t="t" l="l"/>
              <a:pathLst>
                <a:path h="559814" w="559814">
                  <a:moveTo>
                    <a:pt x="279907" y="559815"/>
                  </a:moveTo>
                  <a:cubicBezTo>
                    <a:pt x="125603" y="559815"/>
                    <a:pt x="0" y="434212"/>
                    <a:pt x="0" y="279907"/>
                  </a:cubicBezTo>
                  <a:cubicBezTo>
                    <a:pt x="0" y="125603"/>
                    <a:pt x="125603" y="0"/>
                    <a:pt x="279907" y="0"/>
                  </a:cubicBezTo>
                  <a:cubicBezTo>
                    <a:pt x="434212" y="0"/>
                    <a:pt x="559814" y="125603"/>
                    <a:pt x="559814" y="279907"/>
                  </a:cubicBezTo>
                  <a:cubicBezTo>
                    <a:pt x="559814" y="434212"/>
                    <a:pt x="434212" y="559815"/>
                    <a:pt x="279907" y="559815"/>
                  </a:cubicBezTo>
                  <a:close/>
                  <a:moveTo>
                    <a:pt x="279907" y="12573"/>
                  </a:moveTo>
                  <a:cubicBezTo>
                    <a:pt x="132461" y="12573"/>
                    <a:pt x="12573" y="132461"/>
                    <a:pt x="12573" y="279907"/>
                  </a:cubicBezTo>
                  <a:cubicBezTo>
                    <a:pt x="12573" y="427354"/>
                    <a:pt x="132461" y="547242"/>
                    <a:pt x="279907" y="547242"/>
                  </a:cubicBezTo>
                  <a:cubicBezTo>
                    <a:pt x="427354" y="547242"/>
                    <a:pt x="547241" y="427354"/>
                    <a:pt x="547241" y="279908"/>
                  </a:cubicBezTo>
                  <a:cubicBezTo>
                    <a:pt x="547241" y="132461"/>
                    <a:pt x="427354" y="12573"/>
                    <a:pt x="279907" y="12573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70993" y="526667"/>
              <a:ext cx="1308603" cy="654175"/>
            </a:xfrm>
            <a:custGeom>
              <a:avLst/>
              <a:gdLst/>
              <a:ahLst/>
              <a:cxnLst/>
              <a:rect r="r" b="b" t="t" l="l"/>
              <a:pathLst>
                <a:path h="654175" w="1308603">
                  <a:moveTo>
                    <a:pt x="847214" y="127"/>
                  </a:moveTo>
                  <a:cubicBezTo>
                    <a:pt x="847214" y="106680"/>
                    <a:pt x="760854" y="192913"/>
                    <a:pt x="654301" y="192913"/>
                  </a:cubicBezTo>
                  <a:cubicBezTo>
                    <a:pt x="547749" y="192913"/>
                    <a:pt x="461516" y="106680"/>
                    <a:pt x="461389" y="254"/>
                  </a:cubicBezTo>
                  <a:lnTo>
                    <a:pt x="0" y="635"/>
                  </a:lnTo>
                  <a:cubicBezTo>
                    <a:pt x="254" y="359282"/>
                    <a:pt x="295528" y="654176"/>
                    <a:pt x="654301" y="654176"/>
                  </a:cubicBezTo>
                  <a:cubicBezTo>
                    <a:pt x="1013202" y="654176"/>
                    <a:pt x="1308603" y="358902"/>
                    <a:pt x="1308603" y="0"/>
                  </a:cubicBezTo>
                  <a:lnTo>
                    <a:pt x="847214" y="0"/>
                  </a:ln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64643" y="520572"/>
              <a:ext cx="1321049" cy="666621"/>
            </a:xfrm>
            <a:custGeom>
              <a:avLst/>
              <a:gdLst/>
              <a:ahLst/>
              <a:cxnLst/>
              <a:rect r="r" b="b" t="t" l="l"/>
              <a:pathLst>
                <a:path h="666621" w="1321049">
                  <a:moveTo>
                    <a:pt x="660651" y="666621"/>
                  </a:moveTo>
                  <a:cubicBezTo>
                    <a:pt x="485519" y="666621"/>
                    <a:pt x="320039" y="597660"/>
                    <a:pt x="194690" y="472438"/>
                  </a:cubicBezTo>
                  <a:cubicBezTo>
                    <a:pt x="69342" y="347217"/>
                    <a:pt x="254" y="181990"/>
                    <a:pt x="0" y="6730"/>
                  </a:cubicBezTo>
                  <a:cubicBezTo>
                    <a:pt x="0" y="3301"/>
                    <a:pt x="2794" y="507"/>
                    <a:pt x="6223" y="507"/>
                  </a:cubicBezTo>
                  <a:lnTo>
                    <a:pt x="467866" y="126"/>
                  </a:lnTo>
                  <a:cubicBezTo>
                    <a:pt x="469517" y="126"/>
                    <a:pt x="471168" y="761"/>
                    <a:pt x="472311" y="1904"/>
                  </a:cubicBezTo>
                  <a:cubicBezTo>
                    <a:pt x="473454" y="3047"/>
                    <a:pt x="474089" y="4699"/>
                    <a:pt x="474089" y="6349"/>
                  </a:cubicBezTo>
                  <a:cubicBezTo>
                    <a:pt x="474216" y="109092"/>
                    <a:pt x="557909" y="192785"/>
                    <a:pt x="660651" y="192785"/>
                  </a:cubicBezTo>
                  <a:cubicBezTo>
                    <a:pt x="763394" y="192785"/>
                    <a:pt x="847214" y="109092"/>
                    <a:pt x="847214" y="6222"/>
                  </a:cubicBezTo>
                  <a:cubicBezTo>
                    <a:pt x="847214" y="2793"/>
                    <a:pt x="850007" y="0"/>
                    <a:pt x="853437" y="0"/>
                  </a:cubicBezTo>
                  <a:lnTo>
                    <a:pt x="1314826" y="0"/>
                  </a:lnTo>
                  <a:cubicBezTo>
                    <a:pt x="1318255" y="0"/>
                    <a:pt x="1321049" y="2793"/>
                    <a:pt x="1321049" y="6222"/>
                  </a:cubicBezTo>
                  <a:cubicBezTo>
                    <a:pt x="1321049" y="181482"/>
                    <a:pt x="1251961" y="346962"/>
                    <a:pt x="1126612" y="472311"/>
                  </a:cubicBezTo>
                  <a:cubicBezTo>
                    <a:pt x="1001264" y="597660"/>
                    <a:pt x="835657" y="666621"/>
                    <a:pt x="660397" y="666621"/>
                  </a:cubicBezTo>
                  <a:close/>
                  <a:moveTo>
                    <a:pt x="12700" y="13080"/>
                  </a:moveTo>
                  <a:cubicBezTo>
                    <a:pt x="14478" y="182498"/>
                    <a:pt x="82168" y="342391"/>
                    <a:pt x="203580" y="463675"/>
                  </a:cubicBezTo>
                  <a:cubicBezTo>
                    <a:pt x="326516" y="586484"/>
                    <a:pt x="488821" y="654175"/>
                    <a:pt x="660651" y="654175"/>
                  </a:cubicBezTo>
                  <a:cubicBezTo>
                    <a:pt x="832482" y="654175"/>
                    <a:pt x="995041" y="586484"/>
                    <a:pt x="1117977" y="463421"/>
                  </a:cubicBezTo>
                  <a:cubicBezTo>
                    <a:pt x="1239515" y="341883"/>
                    <a:pt x="1307079" y="181990"/>
                    <a:pt x="1308603" y="12445"/>
                  </a:cubicBezTo>
                  <a:lnTo>
                    <a:pt x="859659" y="12445"/>
                  </a:lnTo>
                  <a:cubicBezTo>
                    <a:pt x="856357" y="119379"/>
                    <a:pt x="768347" y="205231"/>
                    <a:pt x="660651" y="205231"/>
                  </a:cubicBezTo>
                  <a:cubicBezTo>
                    <a:pt x="552956" y="205231"/>
                    <a:pt x="465072" y="119379"/>
                    <a:pt x="461643" y="12572"/>
                  </a:cubicBezTo>
                  <a:lnTo>
                    <a:pt x="12700" y="1295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15161" y="378317"/>
              <a:ext cx="218744" cy="175275"/>
            </a:xfrm>
            <a:custGeom>
              <a:avLst/>
              <a:gdLst/>
              <a:ahLst/>
              <a:cxnLst/>
              <a:rect r="r" b="b" t="t" l="l"/>
              <a:pathLst>
                <a:path h="175275" w="218744">
                  <a:moveTo>
                    <a:pt x="196620" y="175274"/>
                  </a:moveTo>
                  <a:lnTo>
                    <a:pt x="147979" y="138444"/>
                  </a:lnTo>
                  <a:cubicBezTo>
                    <a:pt x="153821" y="130698"/>
                    <a:pt x="157123" y="121554"/>
                    <a:pt x="157631" y="111902"/>
                  </a:cubicBezTo>
                  <a:cubicBezTo>
                    <a:pt x="158266" y="98948"/>
                    <a:pt x="153948" y="86629"/>
                    <a:pt x="145312" y="76977"/>
                  </a:cubicBezTo>
                  <a:cubicBezTo>
                    <a:pt x="136676" y="67325"/>
                    <a:pt x="124865" y="61737"/>
                    <a:pt x="111911" y="61102"/>
                  </a:cubicBezTo>
                  <a:cubicBezTo>
                    <a:pt x="85368" y="59705"/>
                    <a:pt x="62508" y="80152"/>
                    <a:pt x="61111" y="106822"/>
                  </a:cubicBezTo>
                  <a:cubicBezTo>
                    <a:pt x="60603" y="117744"/>
                    <a:pt x="63524" y="128158"/>
                    <a:pt x="69747" y="137048"/>
                  </a:cubicBezTo>
                  <a:lnTo>
                    <a:pt x="19710" y="172099"/>
                  </a:lnTo>
                  <a:cubicBezTo>
                    <a:pt x="5613" y="151906"/>
                    <a:pt x="-1118" y="128285"/>
                    <a:pt x="152" y="103647"/>
                  </a:cubicBezTo>
                  <a:cubicBezTo>
                    <a:pt x="3327" y="43449"/>
                    <a:pt x="54888" y="-2906"/>
                    <a:pt x="115086" y="142"/>
                  </a:cubicBezTo>
                  <a:cubicBezTo>
                    <a:pt x="144296" y="1666"/>
                    <a:pt x="171093" y="14493"/>
                    <a:pt x="190651" y="36210"/>
                  </a:cubicBezTo>
                  <a:cubicBezTo>
                    <a:pt x="210209" y="57927"/>
                    <a:pt x="220115" y="85994"/>
                    <a:pt x="218591" y="115204"/>
                  </a:cubicBezTo>
                  <a:cubicBezTo>
                    <a:pt x="217448" y="137048"/>
                    <a:pt x="209828" y="157748"/>
                    <a:pt x="196620" y="17527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4" id="34"/>
            <p:cNvSpPr/>
            <p:nvPr/>
          </p:nvSpPr>
          <p:spPr>
            <a:xfrm flipH="false" flipV="false" rot="0">
              <a:off x="63500" y="63500"/>
              <a:ext cx="1320668" cy="1121407"/>
            </a:xfrm>
            <a:custGeom>
              <a:avLst/>
              <a:gdLst/>
              <a:ahLst/>
              <a:cxnLst/>
              <a:rect r="r" b="b" t="t" l="l"/>
              <a:pathLst>
                <a:path h="1121407" w="1320668">
                  <a:moveTo>
                    <a:pt x="0" y="1121407"/>
                  </a:moveTo>
                  <a:lnTo>
                    <a:pt x="1320668" y="1121407"/>
                  </a:lnTo>
                  <a:lnTo>
                    <a:pt x="13206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5501995" y="8271253"/>
            <a:ext cx="2073173" cy="1050550"/>
            <a:chOff x="0" y="0"/>
            <a:chExt cx="2073173" cy="1050544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70866" y="72390"/>
              <a:ext cx="966597" cy="906015"/>
            </a:xfrm>
            <a:custGeom>
              <a:avLst/>
              <a:gdLst/>
              <a:ahLst/>
              <a:cxnLst/>
              <a:rect r="r" b="b" t="t" l="l"/>
              <a:pathLst>
                <a:path h="906015" w="966597">
                  <a:moveTo>
                    <a:pt x="491744" y="697354"/>
                  </a:moveTo>
                  <a:lnTo>
                    <a:pt x="966597" y="0"/>
                  </a:lnTo>
                  <a:lnTo>
                    <a:pt x="452120" y="0"/>
                  </a:lnTo>
                  <a:cubicBezTo>
                    <a:pt x="202438" y="0"/>
                    <a:pt x="0" y="202818"/>
                    <a:pt x="0" y="453007"/>
                  </a:cubicBezTo>
                  <a:cubicBezTo>
                    <a:pt x="0" y="703196"/>
                    <a:pt x="202438" y="906015"/>
                    <a:pt x="452120" y="906015"/>
                  </a:cubicBezTo>
                  <a:lnTo>
                    <a:pt x="904240" y="906015"/>
                  </a:lnTo>
                  <a:lnTo>
                    <a:pt x="904240" y="697354"/>
                  </a:lnTo>
                  <a:lnTo>
                    <a:pt x="491744" y="697354"/>
                  </a:ln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7" id="37"/>
            <p:cNvSpPr/>
            <p:nvPr/>
          </p:nvSpPr>
          <p:spPr>
            <a:xfrm flipH="false" flipV="false" rot="0">
              <a:off x="63500" y="64897"/>
              <a:ext cx="981433" cy="920874"/>
            </a:xfrm>
            <a:custGeom>
              <a:avLst/>
              <a:gdLst/>
              <a:ahLst/>
              <a:cxnLst/>
              <a:rect r="r" b="b" t="t" l="l"/>
              <a:pathLst>
                <a:path h="920874" w="981433">
                  <a:moveTo>
                    <a:pt x="911479" y="920874"/>
                  </a:moveTo>
                  <a:lnTo>
                    <a:pt x="459486" y="920874"/>
                  </a:lnTo>
                  <a:cubicBezTo>
                    <a:pt x="206121" y="920874"/>
                    <a:pt x="0" y="714372"/>
                    <a:pt x="0" y="460500"/>
                  </a:cubicBezTo>
                  <a:cubicBezTo>
                    <a:pt x="0" y="206628"/>
                    <a:pt x="206121" y="0"/>
                    <a:pt x="459486" y="0"/>
                  </a:cubicBezTo>
                  <a:lnTo>
                    <a:pt x="974090" y="0"/>
                  </a:lnTo>
                  <a:cubicBezTo>
                    <a:pt x="976757" y="0"/>
                    <a:pt x="979297" y="1524"/>
                    <a:pt x="980567" y="3937"/>
                  </a:cubicBezTo>
                  <a:cubicBezTo>
                    <a:pt x="981837" y="6350"/>
                    <a:pt x="981710" y="9271"/>
                    <a:pt x="980186" y="11557"/>
                  </a:cubicBezTo>
                  <a:lnTo>
                    <a:pt x="513207" y="697354"/>
                  </a:lnTo>
                  <a:lnTo>
                    <a:pt x="911479" y="697354"/>
                  </a:lnTo>
                  <a:cubicBezTo>
                    <a:pt x="915543" y="697354"/>
                    <a:pt x="918845" y="700656"/>
                    <a:pt x="918845" y="704720"/>
                  </a:cubicBezTo>
                  <a:lnTo>
                    <a:pt x="918845" y="913508"/>
                  </a:lnTo>
                  <a:cubicBezTo>
                    <a:pt x="918845" y="917445"/>
                    <a:pt x="915543" y="920874"/>
                    <a:pt x="911479" y="920874"/>
                  </a:cubicBezTo>
                  <a:close/>
                  <a:moveTo>
                    <a:pt x="459486" y="14859"/>
                  </a:moveTo>
                  <a:cubicBezTo>
                    <a:pt x="214249" y="14859"/>
                    <a:pt x="14732" y="214756"/>
                    <a:pt x="14732" y="460500"/>
                  </a:cubicBezTo>
                  <a:cubicBezTo>
                    <a:pt x="14732" y="706244"/>
                    <a:pt x="214249" y="906142"/>
                    <a:pt x="459486" y="906142"/>
                  </a:cubicBezTo>
                  <a:lnTo>
                    <a:pt x="904240" y="906142"/>
                  </a:lnTo>
                  <a:lnTo>
                    <a:pt x="904240" y="712213"/>
                  </a:lnTo>
                  <a:lnTo>
                    <a:pt x="499110" y="712213"/>
                  </a:lnTo>
                  <a:cubicBezTo>
                    <a:pt x="496443" y="712213"/>
                    <a:pt x="493903" y="710689"/>
                    <a:pt x="492633" y="708276"/>
                  </a:cubicBezTo>
                  <a:cubicBezTo>
                    <a:pt x="491363" y="705863"/>
                    <a:pt x="491490" y="702942"/>
                    <a:pt x="493014" y="700656"/>
                  </a:cubicBezTo>
                  <a:lnTo>
                    <a:pt x="959993" y="14859"/>
                  </a:lnTo>
                  <a:lnTo>
                    <a:pt x="459486" y="14859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38" id="38"/>
            <p:cNvSpPr/>
            <p:nvPr/>
          </p:nvSpPr>
          <p:spPr>
            <a:xfrm flipH="false" flipV="false" rot="0">
              <a:off x="1037463" y="72390"/>
              <a:ext cx="961390" cy="906015"/>
            </a:xfrm>
            <a:custGeom>
              <a:avLst/>
              <a:gdLst/>
              <a:ahLst/>
              <a:cxnLst/>
              <a:rect r="r" b="b" t="t" l="l"/>
              <a:pathLst>
                <a:path h="906015" w="961390">
                  <a:moveTo>
                    <a:pt x="509271" y="0"/>
                  </a:moveTo>
                  <a:lnTo>
                    <a:pt x="0" y="0"/>
                  </a:lnTo>
                  <a:lnTo>
                    <a:pt x="474981" y="697354"/>
                  </a:lnTo>
                  <a:lnTo>
                    <a:pt x="62484" y="697354"/>
                  </a:lnTo>
                  <a:lnTo>
                    <a:pt x="62484" y="906015"/>
                  </a:lnTo>
                  <a:lnTo>
                    <a:pt x="509271" y="906015"/>
                  </a:lnTo>
                  <a:cubicBezTo>
                    <a:pt x="758953" y="906015"/>
                    <a:pt x="961391" y="703196"/>
                    <a:pt x="961391" y="453007"/>
                  </a:cubicBezTo>
                  <a:cubicBezTo>
                    <a:pt x="961391" y="202818"/>
                    <a:pt x="759080" y="0"/>
                    <a:pt x="509271" y="0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39" id="39"/>
            <p:cNvSpPr/>
            <p:nvPr/>
          </p:nvSpPr>
          <p:spPr>
            <a:xfrm flipH="false" flipV="false" rot="0">
              <a:off x="1030121" y="65024"/>
              <a:ext cx="976099" cy="920874"/>
            </a:xfrm>
            <a:custGeom>
              <a:avLst/>
              <a:gdLst/>
              <a:ahLst/>
              <a:cxnLst/>
              <a:rect r="r" b="b" t="t" l="l"/>
              <a:pathLst>
                <a:path h="920874" w="976099">
                  <a:moveTo>
                    <a:pt x="516613" y="920747"/>
                  </a:moveTo>
                  <a:lnTo>
                    <a:pt x="69826" y="920747"/>
                  </a:lnTo>
                  <a:cubicBezTo>
                    <a:pt x="65762" y="920747"/>
                    <a:pt x="62460" y="917445"/>
                    <a:pt x="62460" y="913381"/>
                  </a:cubicBezTo>
                  <a:lnTo>
                    <a:pt x="62460" y="704720"/>
                  </a:lnTo>
                  <a:cubicBezTo>
                    <a:pt x="62460" y="700656"/>
                    <a:pt x="65762" y="697354"/>
                    <a:pt x="69826" y="697354"/>
                  </a:cubicBezTo>
                  <a:lnTo>
                    <a:pt x="468226" y="697354"/>
                  </a:lnTo>
                  <a:lnTo>
                    <a:pt x="1246" y="11557"/>
                  </a:lnTo>
                  <a:cubicBezTo>
                    <a:pt x="-278" y="9271"/>
                    <a:pt x="-405" y="6350"/>
                    <a:pt x="865" y="3937"/>
                  </a:cubicBezTo>
                  <a:cubicBezTo>
                    <a:pt x="2135" y="1524"/>
                    <a:pt x="4675" y="0"/>
                    <a:pt x="7342" y="0"/>
                  </a:cubicBezTo>
                  <a:lnTo>
                    <a:pt x="516613" y="0"/>
                  </a:lnTo>
                  <a:cubicBezTo>
                    <a:pt x="769978" y="0"/>
                    <a:pt x="976099" y="206501"/>
                    <a:pt x="976099" y="460500"/>
                  </a:cubicBezTo>
                  <a:cubicBezTo>
                    <a:pt x="976099" y="714499"/>
                    <a:pt x="769851" y="920874"/>
                    <a:pt x="516613" y="920874"/>
                  </a:cubicBezTo>
                  <a:close/>
                  <a:moveTo>
                    <a:pt x="77192" y="906142"/>
                  </a:moveTo>
                  <a:lnTo>
                    <a:pt x="516613" y="906142"/>
                  </a:lnTo>
                  <a:cubicBezTo>
                    <a:pt x="761850" y="906142"/>
                    <a:pt x="961367" y="706244"/>
                    <a:pt x="961367" y="460500"/>
                  </a:cubicBezTo>
                  <a:cubicBezTo>
                    <a:pt x="961367" y="214756"/>
                    <a:pt x="761850" y="14732"/>
                    <a:pt x="516613" y="14732"/>
                  </a:cubicBezTo>
                  <a:lnTo>
                    <a:pt x="21312" y="14732"/>
                  </a:lnTo>
                  <a:lnTo>
                    <a:pt x="488292" y="700529"/>
                  </a:lnTo>
                  <a:cubicBezTo>
                    <a:pt x="489815" y="702815"/>
                    <a:pt x="489943" y="705736"/>
                    <a:pt x="488673" y="708149"/>
                  </a:cubicBezTo>
                  <a:cubicBezTo>
                    <a:pt x="487403" y="710562"/>
                    <a:pt x="484863" y="712086"/>
                    <a:pt x="482196" y="712086"/>
                  </a:cubicBezTo>
                  <a:lnTo>
                    <a:pt x="77192" y="712086"/>
                  </a:lnTo>
                  <a:lnTo>
                    <a:pt x="77192" y="905888"/>
                  </a:lnTo>
                  <a:close/>
                </a:path>
              </a:pathLst>
            </a:custGeom>
            <a:solidFill>
              <a:srgbClr val="231F20"/>
            </a:solidFill>
          </p:spPr>
        </p:sp>
        <p:sp>
          <p:nvSpPr>
            <p:cNvPr name="Freeform 40" id="40"/>
            <p:cNvSpPr/>
            <p:nvPr/>
          </p:nvSpPr>
          <p:spPr>
            <a:xfrm flipH="false" flipV="false" rot="0">
              <a:off x="63500" y="63500"/>
              <a:ext cx="1946149" cy="923541"/>
            </a:xfrm>
            <a:custGeom>
              <a:avLst/>
              <a:gdLst/>
              <a:ahLst/>
              <a:cxnLst/>
              <a:rect r="r" b="b" t="t" l="l"/>
              <a:pathLst>
                <a:path h="923541" w="1946149">
                  <a:moveTo>
                    <a:pt x="0" y="923541"/>
                  </a:moveTo>
                  <a:lnTo>
                    <a:pt x="1946149" y="923541"/>
                  </a:lnTo>
                  <a:lnTo>
                    <a:pt x="1946149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41" id="41"/>
          <p:cNvSpPr txBox="true"/>
          <p:nvPr/>
        </p:nvSpPr>
        <p:spPr>
          <a:xfrm rot="0">
            <a:off x="1028700" y="718356"/>
            <a:ext cx="14970871" cy="83673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18767"/>
              </a:lnSpc>
            </a:pPr>
            <a:r>
              <a:rPr lang="en-US" sz="13599">
                <a:solidFill>
                  <a:srgbClr val="1E3A8A"/>
                </a:solidFill>
                <a:latin typeface="Anton"/>
                <a:ea typeface="Anton"/>
                <a:cs typeface="Anton"/>
                <a:sym typeface="Anton"/>
              </a:rPr>
              <a:t>EVALUATION &amp; SUCCESS METRICS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Project success is measured by the quality,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originality, and timely delivery of design outputs.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Client feedback and alignment with initial</a:t>
            </a:r>
          </a:p>
          <a:p>
            <a:pPr algn="l">
              <a:lnSpc>
                <a:spcPts val="3449"/>
              </a:lnSpc>
            </a:pPr>
            <a:r>
              <a:rPr lang="en-US" sz="2499">
                <a:solidFill>
                  <a:srgbClr val="48423D"/>
                </a:solidFill>
                <a:latin typeface="Montserrat"/>
                <a:ea typeface="Montserrat"/>
                <a:cs typeface="Montserrat"/>
                <a:sym typeface="Montserrat"/>
              </a:rPr>
              <a:t>objectives serve as primary evaluation criteria.</a:t>
            </a:r>
          </a:p>
        </p:txBody>
      </p:sp>
    </p:spTree>
  </p:cSld>
  <p:clrMapOvr>
    <a:masterClrMapping/>
  </p:clrMapOvr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953135" y="7225389"/>
            <a:ext cx="3254359" cy="1531468"/>
          </a:xfrm>
          <a:custGeom>
            <a:avLst/>
            <a:gdLst/>
            <a:ahLst/>
            <a:cxnLst/>
            <a:rect r="r" b="b" t="t" l="l"/>
            <a:pathLst>
              <a:path h="1531468" w="3254359">
                <a:moveTo>
                  <a:pt x="0" y="0"/>
                </a:moveTo>
                <a:lnTo>
                  <a:pt x="3254359" y="0"/>
                </a:lnTo>
                <a:lnTo>
                  <a:pt x="3254359" y="1531467"/>
                </a:lnTo>
                <a:lnTo>
                  <a:pt x="0" y="1531467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</p:spPr>
      </p:sp>
      <p:grpSp>
        <p:nvGrpSpPr>
          <p:cNvPr name="Group 3" id="3"/>
          <p:cNvGrpSpPr/>
          <p:nvPr/>
        </p:nvGrpSpPr>
        <p:grpSpPr>
          <a:xfrm rot="0">
            <a:off x="11233414" y="4109047"/>
            <a:ext cx="2078298" cy="2269179"/>
            <a:chOff x="0" y="0"/>
            <a:chExt cx="2078291" cy="2269185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83312" y="274575"/>
              <a:ext cx="1912363" cy="1912244"/>
            </a:xfrm>
            <a:custGeom>
              <a:avLst/>
              <a:gdLst/>
              <a:ahLst/>
              <a:cxnLst/>
              <a:rect r="r" b="b" t="t" l="l"/>
              <a:pathLst>
                <a:path h="1912244" w="1912363">
                  <a:moveTo>
                    <a:pt x="956308" y="0"/>
                  </a:moveTo>
                  <a:cubicBezTo>
                    <a:pt x="428243" y="0"/>
                    <a:pt x="0" y="428118"/>
                    <a:pt x="0" y="956185"/>
                  </a:cubicBezTo>
                  <a:cubicBezTo>
                    <a:pt x="0" y="1139319"/>
                    <a:pt x="51689" y="1310262"/>
                    <a:pt x="140716" y="1455804"/>
                  </a:cubicBezTo>
                  <a:lnTo>
                    <a:pt x="21590" y="1912243"/>
                  </a:lnTo>
                  <a:lnTo>
                    <a:pt x="444118" y="1763399"/>
                  </a:lnTo>
                  <a:cubicBezTo>
                    <a:pt x="592327" y="1857379"/>
                    <a:pt x="767714" y="1912243"/>
                    <a:pt x="956054" y="1912243"/>
                  </a:cubicBezTo>
                  <a:cubicBezTo>
                    <a:pt x="1484120" y="1912243"/>
                    <a:pt x="1912363" y="1484125"/>
                    <a:pt x="1912363" y="956312"/>
                  </a:cubicBezTo>
                  <a:cubicBezTo>
                    <a:pt x="1912363" y="428499"/>
                    <a:pt x="1484374" y="127"/>
                    <a:pt x="956308" y="127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5" id="5"/>
            <p:cNvSpPr/>
            <p:nvPr/>
          </p:nvSpPr>
          <p:spPr>
            <a:xfrm flipH="false" flipV="false" rot="0">
              <a:off x="64389" y="255906"/>
              <a:ext cx="1950463" cy="1949836"/>
            </a:xfrm>
            <a:custGeom>
              <a:avLst/>
              <a:gdLst/>
              <a:ahLst/>
              <a:cxnLst/>
              <a:rect r="r" b="b" t="t" l="l"/>
              <a:pathLst>
                <a:path h="1949836" w="1950463">
                  <a:moveTo>
                    <a:pt x="40767" y="1949835"/>
                  </a:moveTo>
                  <a:cubicBezTo>
                    <a:pt x="36068" y="1949835"/>
                    <a:pt x="31496" y="1948184"/>
                    <a:pt x="27940" y="1944882"/>
                  </a:cubicBezTo>
                  <a:cubicBezTo>
                    <a:pt x="22860" y="1940183"/>
                    <a:pt x="20701" y="1932944"/>
                    <a:pt x="22479" y="1926213"/>
                  </a:cubicBezTo>
                  <a:lnTo>
                    <a:pt x="139573" y="1477521"/>
                  </a:lnTo>
                  <a:cubicBezTo>
                    <a:pt x="48260" y="1325883"/>
                    <a:pt x="0" y="1152273"/>
                    <a:pt x="0" y="974854"/>
                  </a:cubicBezTo>
                  <a:cubicBezTo>
                    <a:pt x="0" y="437262"/>
                    <a:pt x="437387" y="0"/>
                    <a:pt x="975231" y="0"/>
                  </a:cubicBezTo>
                  <a:cubicBezTo>
                    <a:pt x="1513076" y="0"/>
                    <a:pt x="1950463" y="437389"/>
                    <a:pt x="1950463" y="974854"/>
                  </a:cubicBezTo>
                  <a:cubicBezTo>
                    <a:pt x="1950463" y="1512319"/>
                    <a:pt x="1513076" y="1949709"/>
                    <a:pt x="975231" y="1949709"/>
                  </a:cubicBezTo>
                  <a:cubicBezTo>
                    <a:pt x="792860" y="1949709"/>
                    <a:pt x="615187" y="1899035"/>
                    <a:pt x="460755" y="1802896"/>
                  </a:cubicBezTo>
                  <a:lnTo>
                    <a:pt x="46990" y="1948820"/>
                  </a:lnTo>
                  <a:cubicBezTo>
                    <a:pt x="44958" y="1949327"/>
                    <a:pt x="42799" y="1949709"/>
                    <a:pt x="40767" y="1949709"/>
                  </a:cubicBezTo>
                  <a:close/>
                  <a:moveTo>
                    <a:pt x="463295" y="1763018"/>
                  </a:moveTo>
                  <a:cubicBezTo>
                    <a:pt x="466851" y="1763018"/>
                    <a:pt x="470280" y="1763907"/>
                    <a:pt x="473455" y="1766066"/>
                  </a:cubicBezTo>
                  <a:cubicBezTo>
                    <a:pt x="623696" y="1861443"/>
                    <a:pt x="797178" y="1911862"/>
                    <a:pt x="975358" y="1911862"/>
                  </a:cubicBezTo>
                  <a:cubicBezTo>
                    <a:pt x="1492247" y="1911862"/>
                    <a:pt x="1912744" y="1491618"/>
                    <a:pt x="1912744" y="974727"/>
                  </a:cubicBezTo>
                  <a:cubicBezTo>
                    <a:pt x="1912744" y="457836"/>
                    <a:pt x="1492375" y="37592"/>
                    <a:pt x="975358" y="37592"/>
                  </a:cubicBezTo>
                  <a:cubicBezTo>
                    <a:pt x="458342" y="37592"/>
                    <a:pt x="37846" y="458090"/>
                    <a:pt x="37846" y="974854"/>
                  </a:cubicBezTo>
                  <a:cubicBezTo>
                    <a:pt x="37846" y="1148082"/>
                    <a:pt x="85471" y="1317374"/>
                    <a:pt x="176022" y="1464440"/>
                  </a:cubicBezTo>
                  <a:cubicBezTo>
                    <a:pt x="178689" y="1468758"/>
                    <a:pt x="179451" y="1474092"/>
                    <a:pt x="178308" y="1479172"/>
                  </a:cubicBezTo>
                  <a:lnTo>
                    <a:pt x="68199" y="1901194"/>
                  </a:lnTo>
                  <a:lnTo>
                    <a:pt x="457072" y="1764288"/>
                  </a:lnTo>
                  <a:cubicBezTo>
                    <a:pt x="458977" y="1763526"/>
                    <a:pt x="461263" y="1763145"/>
                    <a:pt x="463295" y="1763145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6" id="6"/>
            <p:cNvSpPr/>
            <p:nvPr/>
          </p:nvSpPr>
          <p:spPr>
            <a:xfrm flipH="false" flipV="false" rot="0">
              <a:off x="884681" y="712726"/>
              <a:ext cx="347217" cy="998730"/>
            </a:xfrm>
            <a:custGeom>
              <a:avLst/>
              <a:gdLst/>
              <a:ahLst/>
              <a:cxnLst/>
              <a:rect r="r" b="b" t="t" l="l"/>
              <a:pathLst>
                <a:path h="998730" w="347217">
                  <a:moveTo>
                    <a:pt x="0" y="0"/>
                  </a:moveTo>
                  <a:lnTo>
                    <a:pt x="347217" y="0"/>
                  </a:lnTo>
                  <a:lnTo>
                    <a:pt x="347217" y="998730"/>
                  </a:lnTo>
                  <a:lnTo>
                    <a:pt x="0" y="998730"/>
                  </a:ln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7" id="7"/>
            <p:cNvSpPr/>
            <p:nvPr/>
          </p:nvSpPr>
          <p:spPr>
            <a:xfrm flipH="false" flipV="false" rot="0">
              <a:off x="865758" y="693803"/>
              <a:ext cx="385065" cy="1036577"/>
            </a:xfrm>
            <a:custGeom>
              <a:avLst/>
              <a:gdLst/>
              <a:ahLst/>
              <a:cxnLst/>
              <a:rect r="r" b="b" t="t" l="l"/>
              <a:pathLst>
                <a:path h="1036577" w="385065">
                  <a:moveTo>
                    <a:pt x="366267" y="1036576"/>
                  </a:moveTo>
                  <a:lnTo>
                    <a:pt x="18923" y="1036576"/>
                  </a:lnTo>
                  <a:cubicBezTo>
                    <a:pt x="8509" y="1036576"/>
                    <a:pt x="0" y="1028067"/>
                    <a:pt x="0" y="1017653"/>
                  </a:cubicBezTo>
                  <a:lnTo>
                    <a:pt x="0" y="18923"/>
                  </a:lnTo>
                  <a:cubicBezTo>
                    <a:pt x="0" y="8509"/>
                    <a:pt x="8509" y="0"/>
                    <a:pt x="18923" y="0"/>
                  </a:cubicBezTo>
                  <a:lnTo>
                    <a:pt x="366140" y="0"/>
                  </a:lnTo>
                  <a:cubicBezTo>
                    <a:pt x="376554" y="0"/>
                    <a:pt x="385063" y="8509"/>
                    <a:pt x="385063" y="18923"/>
                  </a:cubicBezTo>
                  <a:lnTo>
                    <a:pt x="385063" y="1017653"/>
                  </a:lnTo>
                  <a:cubicBezTo>
                    <a:pt x="385190" y="1028067"/>
                    <a:pt x="376681" y="1036576"/>
                    <a:pt x="366394" y="1036576"/>
                  </a:cubicBezTo>
                  <a:close/>
                  <a:moveTo>
                    <a:pt x="37972" y="998730"/>
                  </a:moveTo>
                  <a:lnTo>
                    <a:pt x="347217" y="998730"/>
                  </a:lnTo>
                  <a:lnTo>
                    <a:pt x="347217" y="37846"/>
                  </a:lnTo>
                  <a:lnTo>
                    <a:pt x="37846" y="37846"/>
                  </a:lnTo>
                  <a:lnTo>
                    <a:pt x="37846" y="99873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8" id="8"/>
            <p:cNvSpPr/>
            <p:nvPr/>
          </p:nvSpPr>
          <p:spPr>
            <a:xfrm flipH="false" flipV="false" rot="0">
              <a:off x="1213102" y="1692533"/>
              <a:ext cx="224790" cy="37846"/>
            </a:xfrm>
            <a:custGeom>
              <a:avLst/>
              <a:gdLst/>
              <a:ahLst/>
              <a:cxnLst/>
              <a:rect r="r" b="b" t="t" l="l"/>
              <a:pathLst>
                <a:path h="37846" w="224790">
                  <a:moveTo>
                    <a:pt x="205867" y="37846"/>
                  </a:moveTo>
                  <a:lnTo>
                    <a:pt x="18923" y="37846"/>
                  </a:lnTo>
                  <a:cubicBezTo>
                    <a:pt x="8509" y="37846"/>
                    <a:pt x="0" y="29337"/>
                    <a:pt x="0" y="18923"/>
                  </a:cubicBezTo>
                  <a:cubicBezTo>
                    <a:pt x="0" y="8509"/>
                    <a:pt x="8509" y="0"/>
                    <a:pt x="18923" y="0"/>
                  </a:cubicBezTo>
                  <a:lnTo>
                    <a:pt x="205867" y="0"/>
                  </a:lnTo>
                  <a:cubicBezTo>
                    <a:pt x="216281" y="0"/>
                    <a:pt x="224790" y="8509"/>
                    <a:pt x="224790" y="18923"/>
                  </a:cubicBezTo>
                  <a:cubicBezTo>
                    <a:pt x="224790" y="29337"/>
                    <a:pt x="216281" y="37846"/>
                    <a:pt x="205867" y="3784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9" id="9"/>
            <p:cNvSpPr/>
            <p:nvPr/>
          </p:nvSpPr>
          <p:spPr>
            <a:xfrm flipH="false" flipV="false" rot="0">
              <a:off x="657478" y="693803"/>
              <a:ext cx="246126" cy="37846"/>
            </a:xfrm>
            <a:custGeom>
              <a:avLst/>
              <a:gdLst/>
              <a:ahLst/>
              <a:cxnLst/>
              <a:rect r="r" b="b" t="t" l="l"/>
              <a:pathLst>
                <a:path h="37846" w="246126">
                  <a:moveTo>
                    <a:pt x="227203" y="37846"/>
                  </a:moveTo>
                  <a:lnTo>
                    <a:pt x="18923" y="37846"/>
                  </a:lnTo>
                  <a:cubicBezTo>
                    <a:pt x="8509" y="37846"/>
                    <a:pt x="0" y="29337"/>
                    <a:pt x="0" y="18923"/>
                  </a:cubicBezTo>
                  <a:cubicBezTo>
                    <a:pt x="0" y="8509"/>
                    <a:pt x="8509" y="0"/>
                    <a:pt x="18923" y="0"/>
                  </a:cubicBezTo>
                  <a:lnTo>
                    <a:pt x="227202" y="0"/>
                  </a:lnTo>
                  <a:cubicBezTo>
                    <a:pt x="237616" y="0"/>
                    <a:pt x="246126" y="8509"/>
                    <a:pt x="246126" y="18923"/>
                  </a:cubicBezTo>
                  <a:cubicBezTo>
                    <a:pt x="246126" y="29337"/>
                    <a:pt x="237616" y="37846"/>
                    <a:pt x="227202" y="3784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0" id="10"/>
            <p:cNvSpPr/>
            <p:nvPr/>
          </p:nvSpPr>
          <p:spPr>
            <a:xfrm flipH="false" flipV="false" rot="0">
              <a:off x="871600" y="82423"/>
              <a:ext cx="373633" cy="373635"/>
            </a:xfrm>
            <a:custGeom>
              <a:avLst/>
              <a:gdLst/>
              <a:ahLst/>
              <a:cxnLst/>
              <a:rect r="r" b="b" t="t" l="l"/>
              <a:pathLst>
                <a:path h="373635" w="373633">
                  <a:moveTo>
                    <a:pt x="373633" y="186818"/>
                  </a:moveTo>
                  <a:cubicBezTo>
                    <a:pt x="373633" y="199137"/>
                    <a:pt x="372490" y="211202"/>
                    <a:pt x="370077" y="223267"/>
                  </a:cubicBezTo>
                  <a:cubicBezTo>
                    <a:pt x="367664" y="235332"/>
                    <a:pt x="364108" y="247016"/>
                    <a:pt x="359409" y="258319"/>
                  </a:cubicBezTo>
                  <a:cubicBezTo>
                    <a:pt x="354710" y="269622"/>
                    <a:pt x="348995" y="280417"/>
                    <a:pt x="342137" y="290577"/>
                  </a:cubicBezTo>
                  <a:cubicBezTo>
                    <a:pt x="335279" y="300737"/>
                    <a:pt x="327532" y="310262"/>
                    <a:pt x="318896" y="318898"/>
                  </a:cubicBezTo>
                  <a:cubicBezTo>
                    <a:pt x="310260" y="327534"/>
                    <a:pt x="300735" y="335281"/>
                    <a:pt x="290575" y="342139"/>
                  </a:cubicBezTo>
                  <a:cubicBezTo>
                    <a:pt x="280415" y="348997"/>
                    <a:pt x="269620" y="354712"/>
                    <a:pt x="258317" y="359411"/>
                  </a:cubicBezTo>
                  <a:cubicBezTo>
                    <a:pt x="247014" y="364110"/>
                    <a:pt x="235330" y="367666"/>
                    <a:pt x="223265" y="370079"/>
                  </a:cubicBezTo>
                  <a:cubicBezTo>
                    <a:pt x="211200" y="372492"/>
                    <a:pt x="199008" y="373635"/>
                    <a:pt x="186816" y="373635"/>
                  </a:cubicBezTo>
                  <a:cubicBezTo>
                    <a:pt x="174624" y="373635"/>
                    <a:pt x="162432" y="372492"/>
                    <a:pt x="150367" y="370079"/>
                  </a:cubicBezTo>
                  <a:cubicBezTo>
                    <a:pt x="138302" y="367666"/>
                    <a:pt x="126618" y="364110"/>
                    <a:pt x="115316" y="359411"/>
                  </a:cubicBezTo>
                  <a:cubicBezTo>
                    <a:pt x="104012" y="354712"/>
                    <a:pt x="93217" y="348997"/>
                    <a:pt x="83058" y="342139"/>
                  </a:cubicBezTo>
                  <a:cubicBezTo>
                    <a:pt x="72897" y="335281"/>
                    <a:pt x="63372" y="327534"/>
                    <a:pt x="54737" y="318898"/>
                  </a:cubicBezTo>
                  <a:cubicBezTo>
                    <a:pt x="46101" y="310262"/>
                    <a:pt x="38354" y="300737"/>
                    <a:pt x="31496" y="290577"/>
                  </a:cubicBezTo>
                  <a:cubicBezTo>
                    <a:pt x="24638" y="280417"/>
                    <a:pt x="18923" y="269622"/>
                    <a:pt x="14224" y="258319"/>
                  </a:cubicBezTo>
                  <a:cubicBezTo>
                    <a:pt x="9525" y="247016"/>
                    <a:pt x="5969" y="235332"/>
                    <a:pt x="3556" y="223267"/>
                  </a:cubicBezTo>
                  <a:cubicBezTo>
                    <a:pt x="1143" y="211202"/>
                    <a:pt x="0" y="199137"/>
                    <a:pt x="0" y="186818"/>
                  </a:cubicBezTo>
                  <a:cubicBezTo>
                    <a:pt x="0" y="174499"/>
                    <a:pt x="1143" y="162434"/>
                    <a:pt x="3556" y="150369"/>
                  </a:cubicBezTo>
                  <a:cubicBezTo>
                    <a:pt x="5969" y="138304"/>
                    <a:pt x="9525" y="126620"/>
                    <a:pt x="14224" y="115316"/>
                  </a:cubicBezTo>
                  <a:cubicBezTo>
                    <a:pt x="18923" y="104013"/>
                    <a:pt x="24638" y="93218"/>
                    <a:pt x="31496" y="83058"/>
                  </a:cubicBezTo>
                  <a:cubicBezTo>
                    <a:pt x="38354" y="72898"/>
                    <a:pt x="46101" y="63373"/>
                    <a:pt x="54737" y="54737"/>
                  </a:cubicBezTo>
                  <a:cubicBezTo>
                    <a:pt x="63372" y="46101"/>
                    <a:pt x="72897" y="38354"/>
                    <a:pt x="83058" y="31496"/>
                  </a:cubicBezTo>
                  <a:cubicBezTo>
                    <a:pt x="93217" y="24638"/>
                    <a:pt x="104012" y="18923"/>
                    <a:pt x="115316" y="14224"/>
                  </a:cubicBezTo>
                  <a:cubicBezTo>
                    <a:pt x="126618" y="9525"/>
                    <a:pt x="138302" y="5969"/>
                    <a:pt x="150367" y="3556"/>
                  </a:cubicBezTo>
                  <a:cubicBezTo>
                    <a:pt x="162432" y="1143"/>
                    <a:pt x="174624" y="0"/>
                    <a:pt x="186816" y="0"/>
                  </a:cubicBezTo>
                  <a:cubicBezTo>
                    <a:pt x="199008" y="0"/>
                    <a:pt x="211200" y="1143"/>
                    <a:pt x="223265" y="3556"/>
                  </a:cubicBezTo>
                  <a:cubicBezTo>
                    <a:pt x="235330" y="5969"/>
                    <a:pt x="247014" y="9525"/>
                    <a:pt x="258317" y="14224"/>
                  </a:cubicBezTo>
                  <a:cubicBezTo>
                    <a:pt x="269620" y="18923"/>
                    <a:pt x="280415" y="24638"/>
                    <a:pt x="290575" y="31496"/>
                  </a:cubicBezTo>
                  <a:cubicBezTo>
                    <a:pt x="300735" y="38354"/>
                    <a:pt x="310260" y="46101"/>
                    <a:pt x="318896" y="54737"/>
                  </a:cubicBezTo>
                  <a:cubicBezTo>
                    <a:pt x="327532" y="63373"/>
                    <a:pt x="335279" y="72898"/>
                    <a:pt x="342137" y="83058"/>
                  </a:cubicBezTo>
                  <a:cubicBezTo>
                    <a:pt x="348995" y="93218"/>
                    <a:pt x="354710" y="104013"/>
                    <a:pt x="359409" y="115316"/>
                  </a:cubicBezTo>
                  <a:cubicBezTo>
                    <a:pt x="364108" y="126620"/>
                    <a:pt x="367664" y="138304"/>
                    <a:pt x="370077" y="150369"/>
                  </a:cubicBezTo>
                  <a:cubicBezTo>
                    <a:pt x="372490" y="162434"/>
                    <a:pt x="373633" y="174499"/>
                    <a:pt x="373633" y="186818"/>
                  </a:cubicBezTo>
                  <a:close/>
                </a:path>
              </a:pathLst>
            </a:custGeom>
            <a:solidFill>
              <a:srgbClr val="597844"/>
            </a:solidFill>
          </p:spPr>
        </p:sp>
        <p:sp>
          <p:nvSpPr>
            <p:cNvPr name="Freeform 11" id="11"/>
            <p:cNvSpPr/>
            <p:nvPr/>
          </p:nvSpPr>
          <p:spPr>
            <a:xfrm flipH="false" flipV="false" rot="0">
              <a:off x="852423" y="63500"/>
              <a:ext cx="411733" cy="411608"/>
            </a:xfrm>
            <a:custGeom>
              <a:avLst/>
              <a:gdLst/>
              <a:ahLst/>
              <a:cxnLst/>
              <a:rect r="r" b="b" t="t" l="l"/>
              <a:pathLst>
                <a:path h="411608" w="411733">
                  <a:moveTo>
                    <a:pt x="205866" y="411608"/>
                  </a:moveTo>
                  <a:cubicBezTo>
                    <a:pt x="92328" y="411608"/>
                    <a:pt x="0" y="319279"/>
                    <a:pt x="0" y="205868"/>
                  </a:cubicBezTo>
                  <a:cubicBezTo>
                    <a:pt x="0" y="92456"/>
                    <a:pt x="92455" y="0"/>
                    <a:pt x="205866" y="0"/>
                  </a:cubicBezTo>
                  <a:cubicBezTo>
                    <a:pt x="319277" y="0"/>
                    <a:pt x="411733" y="92329"/>
                    <a:pt x="411733" y="205741"/>
                  </a:cubicBezTo>
                  <a:cubicBezTo>
                    <a:pt x="411733" y="319152"/>
                    <a:pt x="319404" y="411481"/>
                    <a:pt x="205866" y="411481"/>
                  </a:cubicBezTo>
                  <a:close/>
                  <a:moveTo>
                    <a:pt x="205866" y="37719"/>
                  </a:moveTo>
                  <a:cubicBezTo>
                    <a:pt x="113156" y="37719"/>
                    <a:pt x="37846" y="113030"/>
                    <a:pt x="37846" y="205741"/>
                  </a:cubicBezTo>
                  <a:cubicBezTo>
                    <a:pt x="37846" y="298451"/>
                    <a:pt x="113156" y="373762"/>
                    <a:pt x="205866" y="373762"/>
                  </a:cubicBezTo>
                  <a:cubicBezTo>
                    <a:pt x="298576" y="373762"/>
                    <a:pt x="373887" y="298451"/>
                    <a:pt x="373887" y="205741"/>
                  </a:cubicBezTo>
                  <a:cubicBezTo>
                    <a:pt x="373887" y="113030"/>
                    <a:pt x="298703" y="37846"/>
                    <a:pt x="205866" y="3784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2" id="12"/>
            <p:cNvSpPr/>
            <p:nvPr/>
          </p:nvSpPr>
          <p:spPr>
            <a:xfrm flipH="false" flipV="false" rot="0">
              <a:off x="63500" y="63500"/>
              <a:ext cx="1949828" cy="2140463"/>
            </a:xfrm>
            <a:custGeom>
              <a:avLst/>
              <a:gdLst/>
              <a:ahLst/>
              <a:cxnLst/>
              <a:rect r="r" b="b" t="t" l="l"/>
              <a:pathLst>
                <a:path h="2140463" w="1949828">
                  <a:moveTo>
                    <a:pt x="0" y="2140463"/>
                  </a:moveTo>
                  <a:lnTo>
                    <a:pt x="1949828" y="2140463"/>
                  </a:lnTo>
                  <a:lnTo>
                    <a:pt x="194982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13" id="13"/>
          <p:cNvGrpSpPr/>
          <p:nvPr/>
        </p:nvGrpSpPr>
        <p:grpSpPr>
          <a:xfrm rot="0">
            <a:off x="14540074" y="8064913"/>
            <a:ext cx="2782795" cy="1256890"/>
            <a:chOff x="0" y="0"/>
            <a:chExt cx="2782799" cy="1256894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76708" y="78359"/>
              <a:ext cx="2629285" cy="1100332"/>
            </a:xfrm>
            <a:custGeom>
              <a:avLst/>
              <a:gdLst/>
              <a:ahLst/>
              <a:cxnLst/>
              <a:rect r="r" b="b" t="t" l="l"/>
              <a:pathLst>
                <a:path h="1100332" w="2629285">
                  <a:moveTo>
                    <a:pt x="2079247" y="1100332"/>
                  </a:moveTo>
                  <a:lnTo>
                    <a:pt x="550038" y="1100332"/>
                  </a:lnTo>
                  <a:cubicBezTo>
                    <a:pt x="246253" y="1100332"/>
                    <a:pt x="0" y="853951"/>
                    <a:pt x="0" y="550166"/>
                  </a:cubicBezTo>
                  <a:cubicBezTo>
                    <a:pt x="0" y="246381"/>
                    <a:pt x="246380" y="0"/>
                    <a:pt x="550038" y="0"/>
                  </a:cubicBezTo>
                  <a:lnTo>
                    <a:pt x="2079247" y="0"/>
                  </a:lnTo>
                  <a:cubicBezTo>
                    <a:pt x="2383159" y="0"/>
                    <a:pt x="2629285" y="246381"/>
                    <a:pt x="2629285" y="550039"/>
                  </a:cubicBezTo>
                  <a:cubicBezTo>
                    <a:pt x="2629285" y="853697"/>
                    <a:pt x="2382905" y="1100205"/>
                    <a:pt x="2079247" y="1100205"/>
                  </a:cubicBezTo>
                  <a:close/>
                </a:path>
              </a:pathLst>
            </a:custGeom>
            <a:solidFill>
              <a:srgbClr val="F5E8C7"/>
            </a:solidFill>
          </p:spPr>
        </p:sp>
        <p:sp>
          <p:nvSpPr>
            <p:cNvPr name="Freeform 15" id="15"/>
            <p:cNvSpPr/>
            <p:nvPr/>
          </p:nvSpPr>
          <p:spPr>
            <a:xfrm flipH="false" flipV="false" rot="0">
              <a:off x="63500" y="65151"/>
              <a:ext cx="2655701" cy="1126748"/>
            </a:xfrm>
            <a:custGeom>
              <a:avLst/>
              <a:gdLst/>
              <a:ahLst/>
              <a:cxnLst/>
              <a:rect r="r" b="b" t="t" l="l"/>
              <a:pathLst>
                <a:path h="1126748" w="2655701">
                  <a:moveTo>
                    <a:pt x="2092455" y="1126748"/>
                  </a:moveTo>
                  <a:lnTo>
                    <a:pt x="563246" y="1126748"/>
                  </a:lnTo>
                  <a:cubicBezTo>
                    <a:pt x="252603" y="1126748"/>
                    <a:pt x="0" y="874017"/>
                    <a:pt x="0" y="563374"/>
                  </a:cubicBezTo>
                  <a:cubicBezTo>
                    <a:pt x="0" y="252731"/>
                    <a:pt x="252603" y="0"/>
                    <a:pt x="563246" y="0"/>
                  </a:cubicBezTo>
                  <a:lnTo>
                    <a:pt x="2092455" y="0"/>
                  </a:lnTo>
                  <a:cubicBezTo>
                    <a:pt x="2403098" y="0"/>
                    <a:pt x="2655701" y="252604"/>
                    <a:pt x="2655701" y="563247"/>
                  </a:cubicBezTo>
                  <a:cubicBezTo>
                    <a:pt x="2655701" y="873890"/>
                    <a:pt x="2403098" y="1126621"/>
                    <a:pt x="2092455" y="1126621"/>
                  </a:cubicBezTo>
                  <a:close/>
                  <a:moveTo>
                    <a:pt x="563246" y="26543"/>
                  </a:moveTo>
                  <a:cubicBezTo>
                    <a:pt x="267208" y="26543"/>
                    <a:pt x="26416" y="267336"/>
                    <a:pt x="26416" y="563374"/>
                  </a:cubicBezTo>
                  <a:cubicBezTo>
                    <a:pt x="26416" y="859412"/>
                    <a:pt x="267208" y="1100332"/>
                    <a:pt x="563246" y="1100332"/>
                  </a:cubicBezTo>
                  <a:lnTo>
                    <a:pt x="2092455" y="1100332"/>
                  </a:lnTo>
                  <a:cubicBezTo>
                    <a:pt x="2388493" y="1100332"/>
                    <a:pt x="2629285" y="859412"/>
                    <a:pt x="2629285" y="563374"/>
                  </a:cubicBezTo>
                  <a:cubicBezTo>
                    <a:pt x="2629285" y="267336"/>
                    <a:pt x="2388493" y="26543"/>
                    <a:pt x="2092455" y="26543"/>
                  </a:cubicBezTo>
                  <a:lnTo>
                    <a:pt x="563246" y="2654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6" id="16"/>
            <p:cNvSpPr/>
            <p:nvPr/>
          </p:nvSpPr>
          <p:spPr>
            <a:xfrm flipH="false" flipV="false" rot="0">
              <a:off x="76708" y="78359"/>
              <a:ext cx="1133350" cy="1100332"/>
            </a:xfrm>
            <a:custGeom>
              <a:avLst/>
              <a:gdLst/>
              <a:ahLst/>
              <a:cxnLst/>
              <a:rect r="r" b="b" t="t" l="l"/>
              <a:pathLst>
                <a:path h="1100332" w="1133350">
                  <a:moveTo>
                    <a:pt x="583566" y="1100332"/>
                  </a:moveTo>
                  <a:lnTo>
                    <a:pt x="550165" y="1100332"/>
                  </a:lnTo>
                  <a:cubicBezTo>
                    <a:pt x="246253" y="1100332"/>
                    <a:pt x="0" y="853951"/>
                    <a:pt x="0" y="550166"/>
                  </a:cubicBezTo>
                  <a:cubicBezTo>
                    <a:pt x="0" y="246381"/>
                    <a:pt x="246380" y="0"/>
                    <a:pt x="550038" y="0"/>
                  </a:cubicBezTo>
                  <a:lnTo>
                    <a:pt x="583312" y="0"/>
                  </a:lnTo>
                  <a:cubicBezTo>
                    <a:pt x="887223" y="0"/>
                    <a:pt x="1133350" y="246381"/>
                    <a:pt x="1133350" y="550039"/>
                  </a:cubicBezTo>
                  <a:cubicBezTo>
                    <a:pt x="1133350" y="853697"/>
                    <a:pt x="887223" y="1100332"/>
                    <a:pt x="583566" y="1100332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17" id="17"/>
            <p:cNvSpPr/>
            <p:nvPr/>
          </p:nvSpPr>
          <p:spPr>
            <a:xfrm flipH="false" flipV="false" rot="0">
              <a:off x="63500" y="65151"/>
              <a:ext cx="1159766" cy="1126748"/>
            </a:xfrm>
            <a:custGeom>
              <a:avLst/>
              <a:gdLst/>
              <a:ahLst/>
              <a:cxnLst/>
              <a:rect r="r" b="b" t="t" l="l"/>
              <a:pathLst>
                <a:path h="1126748" w="1159766">
                  <a:moveTo>
                    <a:pt x="596774" y="1126748"/>
                  </a:moveTo>
                  <a:lnTo>
                    <a:pt x="563373" y="1126748"/>
                  </a:lnTo>
                  <a:cubicBezTo>
                    <a:pt x="252730" y="1126748"/>
                    <a:pt x="0" y="874017"/>
                    <a:pt x="0" y="563374"/>
                  </a:cubicBezTo>
                  <a:cubicBezTo>
                    <a:pt x="0" y="252731"/>
                    <a:pt x="252603" y="0"/>
                    <a:pt x="563246" y="0"/>
                  </a:cubicBezTo>
                  <a:lnTo>
                    <a:pt x="596520" y="0"/>
                  </a:lnTo>
                  <a:cubicBezTo>
                    <a:pt x="907162" y="0"/>
                    <a:pt x="1159766" y="252604"/>
                    <a:pt x="1159766" y="563247"/>
                  </a:cubicBezTo>
                  <a:cubicBezTo>
                    <a:pt x="1159766" y="713743"/>
                    <a:pt x="1101219" y="855221"/>
                    <a:pt x="994920" y="961648"/>
                  </a:cubicBezTo>
                  <a:cubicBezTo>
                    <a:pt x="888620" y="1068074"/>
                    <a:pt x="747269" y="1126748"/>
                    <a:pt x="596774" y="1126748"/>
                  </a:cubicBezTo>
                  <a:close/>
                  <a:moveTo>
                    <a:pt x="563246" y="26543"/>
                  </a:moveTo>
                  <a:cubicBezTo>
                    <a:pt x="267208" y="26543"/>
                    <a:pt x="26416" y="267336"/>
                    <a:pt x="26416" y="563374"/>
                  </a:cubicBezTo>
                  <a:cubicBezTo>
                    <a:pt x="26416" y="859412"/>
                    <a:pt x="267335" y="1100332"/>
                    <a:pt x="563373" y="1100332"/>
                  </a:cubicBezTo>
                  <a:lnTo>
                    <a:pt x="596647" y="1100332"/>
                  </a:lnTo>
                  <a:cubicBezTo>
                    <a:pt x="740030" y="1100332"/>
                    <a:pt x="874777" y="1044452"/>
                    <a:pt x="976251" y="943105"/>
                  </a:cubicBezTo>
                  <a:cubicBezTo>
                    <a:pt x="1077724" y="841759"/>
                    <a:pt x="1133477" y="706885"/>
                    <a:pt x="1133477" y="563374"/>
                  </a:cubicBezTo>
                  <a:cubicBezTo>
                    <a:pt x="1133477" y="267336"/>
                    <a:pt x="892684" y="26543"/>
                    <a:pt x="596647" y="26543"/>
                  </a:cubicBezTo>
                  <a:lnTo>
                    <a:pt x="563246" y="26543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8" id="18"/>
            <p:cNvSpPr/>
            <p:nvPr/>
          </p:nvSpPr>
          <p:spPr>
            <a:xfrm flipH="false" flipV="false" rot="0">
              <a:off x="348814" y="315667"/>
              <a:ext cx="612506" cy="612507"/>
            </a:xfrm>
            <a:custGeom>
              <a:avLst/>
              <a:gdLst/>
              <a:ahLst/>
              <a:cxnLst/>
              <a:rect r="r" b="b" t="t" l="l"/>
              <a:pathLst>
                <a:path h="612507" w="612506">
                  <a:moveTo>
                    <a:pt x="560761" y="306254"/>
                  </a:moveTo>
                  <a:cubicBezTo>
                    <a:pt x="704399" y="526092"/>
                    <a:pt x="526090" y="704400"/>
                    <a:pt x="306253" y="560763"/>
                  </a:cubicBezTo>
                  <a:cubicBezTo>
                    <a:pt x="86416" y="704400"/>
                    <a:pt x="-91893" y="526092"/>
                    <a:pt x="51745" y="306254"/>
                  </a:cubicBezTo>
                  <a:cubicBezTo>
                    <a:pt x="-91766" y="86416"/>
                    <a:pt x="86416" y="-91892"/>
                    <a:pt x="306253" y="51745"/>
                  </a:cubicBezTo>
                  <a:cubicBezTo>
                    <a:pt x="526090" y="-91765"/>
                    <a:pt x="704399" y="86416"/>
                    <a:pt x="560761" y="306254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19" id="19"/>
            <p:cNvSpPr/>
            <p:nvPr/>
          </p:nvSpPr>
          <p:spPr>
            <a:xfrm flipH="false" flipV="false" rot="0">
              <a:off x="1511556" y="615444"/>
              <a:ext cx="790195" cy="26416"/>
            </a:xfrm>
            <a:custGeom>
              <a:avLst/>
              <a:gdLst/>
              <a:ahLst/>
              <a:cxnLst/>
              <a:rect r="r" b="b" t="t" l="l"/>
              <a:pathLst>
                <a:path h="26416" w="790195">
                  <a:moveTo>
                    <a:pt x="776987" y="26416"/>
                  </a:moveTo>
                  <a:lnTo>
                    <a:pt x="13208" y="26416"/>
                  </a:lnTo>
                  <a:cubicBezTo>
                    <a:pt x="5969" y="26416"/>
                    <a:pt x="0" y="20447"/>
                    <a:pt x="0" y="13208"/>
                  </a:cubicBezTo>
                  <a:cubicBezTo>
                    <a:pt x="0" y="5969"/>
                    <a:pt x="5969" y="0"/>
                    <a:pt x="13208" y="0"/>
                  </a:cubicBezTo>
                  <a:lnTo>
                    <a:pt x="776987" y="0"/>
                  </a:lnTo>
                  <a:cubicBezTo>
                    <a:pt x="784227" y="0"/>
                    <a:pt x="790195" y="5969"/>
                    <a:pt x="790195" y="13208"/>
                  </a:cubicBezTo>
                  <a:cubicBezTo>
                    <a:pt x="790195" y="20447"/>
                    <a:pt x="784227" y="26416"/>
                    <a:pt x="776987" y="26416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0" id="20"/>
            <p:cNvSpPr/>
            <p:nvPr/>
          </p:nvSpPr>
          <p:spPr>
            <a:xfrm flipH="false" flipV="false" rot="0">
              <a:off x="2096265" y="470918"/>
              <a:ext cx="205616" cy="170943"/>
            </a:xfrm>
            <a:custGeom>
              <a:avLst/>
              <a:gdLst/>
              <a:ahLst/>
              <a:cxnLst/>
              <a:rect r="r" b="b" t="t" l="l"/>
              <a:pathLst>
                <a:path h="170943" w="205616">
                  <a:moveTo>
                    <a:pt x="192278" y="170942"/>
                  </a:moveTo>
                  <a:cubicBezTo>
                    <a:pt x="191643" y="170942"/>
                    <a:pt x="191135" y="170942"/>
                    <a:pt x="190500" y="170815"/>
                  </a:cubicBezTo>
                  <a:cubicBezTo>
                    <a:pt x="188595" y="170561"/>
                    <a:pt x="143129" y="164211"/>
                    <a:pt x="97155" y="142367"/>
                  </a:cubicBezTo>
                  <a:cubicBezTo>
                    <a:pt x="33528" y="112268"/>
                    <a:pt x="0" y="67691"/>
                    <a:pt x="0" y="13208"/>
                  </a:cubicBezTo>
                  <a:cubicBezTo>
                    <a:pt x="0" y="5969"/>
                    <a:pt x="5969" y="0"/>
                    <a:pt x="13208" y="0"/>
                  </a:cubicBezTo>
                  <a:cubicBezTo>
                    <a:pt x="20447" y="0"/>
                    <a:pt x="26416" y="5969"/>
                    <a:pt x="26416" y="13208"/>
                  </a:cubicBezTo>
                  <a:cubicBezTo>
                    <a:pt x="26416" y="120269"/>
                    <a:pt x="192405" y="144399"/>
                    <a:pt x="194183" y="144526"/>
                  </a:cubicBezTo>
                  <a:cubicBezTo>
                    <a:pt x="201422" y="145415"/>
                    <a:pt x="206502" y="152146"/>
                    <a:pt x="205486" y="159385"/>
                  </a:cubicBezTo>
                  <a:cubicBezTo>
                    <a:pt x="204597" y="165989"/>
                    <a:pt x="198883" y="170815"/>
                    <a:pt x="192405" y="170815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1" id="21"/>
            <p:cNvSpPr/>
            <p:nvPr/>
          </p:nvSpPr>
          <p:spPr>
            <a:xfrm flipH="false" flipV="false" rot="0">
              <a:off x="2096138" y="615214"/>
              <a:ext cx="205489" cy="170919"/>
            </a:xfrm>
            <a:custGeom>
              <a:avLst/>
              <a:gdLst/>
              <a:ahLst/>
              <a:cxnLst/>
              <a:rect r="r" b="b" t="t" l="l"/>
              <a:pathLst>
                <a:path h="170919" w="205489">
                  <a:moveTo>
                    <a:pt x="13208" y="170919"/>
                  </a:moveTo>
                  <a:cubicBezTo>
                    <a:pt x="5969" y="170919"/>
                    <a:pt x="0" y="164950"/>
                    <a:pt x="0" y="157711"/>
                  </a:cubicBezTo>
                  <a:cubicBezTo>
                    <a:pt x="0" y="103228"/>
                    <a:pt x="33655" y="58650"/>
                    <a:pt x="97155" y="28551"/>
                  </a:cubicBezTo>
                  <a:cubicBezTo>
                    <a:pt x="143256" y="6707"/>
                    <a:pt x="188595" y="357"/>
                    <a:pt x="190500" y="103"/>
                  </a:cubicBezTo>
                  <a:cubicBezTo>
                    <a:pt x="197739" y="-786"/>
                    <a:pt x="204343" y="4167"/>
                    <a:pt x="205360" y="11406"/>
                  </a:cubicBezTo>
                  <a:cubicBezTo>
                    <a:pt x="206376" y="18645"/>
                    <a:pt x="201295" y="25249"/>
                    <a:pt x="194057" y="26265"/>
                  </a:cubicBezTo>
                  <a:cubicBezTo>
                    <a:pt x="192405" y="26519"/>
                    <a:pt x="26289" y="50776"/>
                    <a:pt x="26289" y="157584"/>
                  </a:cubicBezTo>
                  <a:cubicBezTo>
                    <a:pt x="26289" y="164950"/>
                    <a:pt x="20320" y="170792"/>
                    <a:pt x="13081" y="170792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2" id="22"/>
            <p:cNvSpPr/>
            <p:nvPr/>
          </p:nvSpPr>
          <p:spPr>
            <a:xfrm flipH="false" flipV="false" rot="0">
              <a:off x="63500" y="63500"/>
              <a:ext cx="2655701" cy="1129923"/>
            </a:xfrm>
            <a:custGeom>
              <a:avLst/>
              <a:gdLst/>
              <a:ahLst/>
              <a:cxnLst/>
              <a:rect r="r" b="b" t="t" l="l"/>
              <a:pathLst>
                <a:path h="1129923" w="2655701">
                  <a:moveTo>
                    <a:pt x="0" y="1129923"/>
                  </a:moveTo>
                  <a:lnTo>
                    <a:pt x="2655701" y="1129923"/>
                  </a:lnTo>
                  <a:lnTo>
                    <a:pt x="265570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4758016" y="965197"/>
            <a:ext cx="2564787" cy="1350331"/>
            <a:chOff x="0" y="0"/>
            <a:chExt cx="2564790" cy="1350327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78486" y="82169"/>
              <a:ext cx="1191769" cy="1191769"/>
            </a:xfrm>
            <a:custGeom>
              <a:avLst/>
              <a:gdLst/>
              <a:ahLst/>
              <a:cxnLst/>
              <a:rect r="r" b="b" t="t" l="l"/>
              <a:pathLst>
                <a:path h="1191769" w="1191769">
                  <a:moveTo>
                    <a:pt x="1191769" y="595885"/>
                  </a:moveTo>
                  <a:cubicBezTo>
                    <a:pt x="1191769" y="615443"/>
                    <a:pt x="1190753" y="634874"/>
                    <a:pt x="1188848" y="654305"/>
                  </a:cubicBezTo>
                  <a:cubicBezTo>
                    <a:pt x="1186943" y="673736"/>
                    <a:pt x="1184022" y="693040"/>
                    <a:pt x="1180212" y="712090"/>
                  </a:cubicBezTo>
                  <a:cubicBezTo>
                    <a:pt x="1176402" y="731140"/>
                    <a:pt x="1171703" y="750190"/>
                    <a:pt x="1165988" y="768859"/>
                  </a:cubicBezTo>
                  <a:cubicBezTo>
                    <a:pt x="1160273" y="787528"/>
                    <a:pt x="1153796" y="805816"/>
                    <a:pt x="1146303" y="823850"/>
                  </a:cubicBezTo>
                  <a:cubicBezTo>
                    <a:pt x="1138810" y="841884"/>
                    <a:pt x="1130555" y="859537"/>
                    <a:pt x="1121284" y="876682"/>
                  </a:cubicBezTo>
                  <a:cubicBezTo>
                    <a:pt x="1112013" y="893827"/>
                    <a:pt x="1102107" y="910591"/>
                    <a:pt x="1091185" y="926847"/>
                  </a:cubicBezTo>
                  <a:cubicBezTo>
                    <a:pt x="1080263" y="943103"/>
                    <a:pt x="1068706" y="958724"/>
                    <a:pt x="1056387" y="973837"/>
                  </a:cubicBezTo>
                  <a:cubicBezTo>
                    <a:pt x="1044068" y="988950"/>
                    <a:pt x="1030860" y="1003301"/>
                    <a:pt x="1017144" y="1017144"/>
                  </a:cubicBezTo>
                  <a:cubicBezTo>
                    <a:pt x="1003428" y="1030987"/>
                    <a:pt x="988950" y="1044068"/>
                    <a:pt x="973837" y="1056387"/>
                  </a:cubicBezTo>
                  <a:cubicBezTo>
                    <a:pt x="958724" y="1068706"/>
                    <a:pt x="943103" y="1080390"/>
                    <a:pt x="926847" y="1091185"/>
                  </a:cubicBezTo>
                  <a:cubicBezTo>
                    <a:pt x="910591" y="1101980"/>
                    <a:pt x="893954" y="1112013"/>
                    <a:pt x="876682" y="1121284"/>
                  </a:cubicBezTo>
                  <a:cubicBezTo>
                    <a:pt x="859410" y="1130555"/>
                    <a:pt x="841884" y="1138810"/>
                    <a:pt x="823850" y="1146303"/>
                  </a:cubicBezTo>
                  <a:cubicBezTo>
                    <a:pt x="805816" y="1153796"/>
                    <a:pt x="787528" y="1160273"/>
                    <a:pt x="768859" y="1165988"/>
                  </a:cubicBezTo>
                  <a:cubicBezTo>
                    <a:pt x="750190" y="1171703"/>
                    <a:pt x="731267" y="1176402"/>
                    <a:pt x="712090" y="1180212"/>
                  </a:cubicBezTo>
                  <a:cubicBezTo>
                    <a:pt x="692913" y="1184022"/>
                    <a:pt x="673736" y="1186816"/>
                    <a:pt x="654305" y="1188848"/>
                  </a:cubicBezTo>
                  <a:cubicBezTo>
                    <a:pt x="634874" y="1190880"/>
                    <a:pt x="615443" y="1191769"/>
                    <a:pt x="595885" y="1191769"/>
                  </a:cubicBezTo>
                  <a:cubicBezTo>
                    <a:pt x="576327" y="1191769"/>
                    <a:pt x="556896" y="1190753"/>
                    <a:pt x="537465" y="1188848"/>
                  </a:cubicBezTo>
                  <a:cubicBezTo>
                    <a:pt x="518034" y="1186943"/>
                    <a:pt x="498730" y="1184022"/>
                    <a:pt x="479680" y="1180212"/>
                  </a:cubicBezTo>
                  <a:cubicBezTo>
                    <a:pt x="460630" y="1176402"/>
                    <a:pt x="441580" y="1171703"/>
                    <a:pt x="422910" y="1165988"/>
                  </a:cubicBezTo>
                  <a:cubicBezTo>
                    <a:pt x="404242" y="1160273"/>
                    <a:pt x="385953" y="1153796"/>
                    <a:pt x="367919" y="1146303"/>
                  </a:cubicBezTo>
                  <a:cubicBezTo>
                    <a:pt x="349885" y="1138810"/>
                    <a:pt x="332232" y="1130555"/>
                    <a:pt x="315087" y="1121284"/>
                  </a:cubicBezTo>
                  <a:cubicBezTo>
                    <a:pt x="297942" y="1112013"/>
                    <a:pt x="281178" y="1102107"/>
                    <a:pt x="264922" y="1091185"/>
                  </a:cubicBezTo>
                  <a:cubicBezTo>
                    <a:pt x="248666" y="1080263"/>
                    <a:pt x="233045" y="1068706"/>
                    <a:pt x="217932" y="1056387"/>
                  </a:cubicBezTo>
                  <a:cubicBezTo>
                    <a:pt x="202819" y="1044068"/>
                    <a:pt x="188468" y="1030860"/>
                    <a:pt x="174625" y="1017144"/>
                  </a:cubicBezTo>
                  <a:cubicBezTo>
                    <a:pt x="160782" y="1003428"/>
                    <a:pt x="147701" y="988950"/>
                    <a:pt x="135382" y="973837"/>
                  </a:cubicBezTo>
                  <a:cubicBezTo>
                    <a:pt x="123063" y="958724"/>
                    <a:pt x="111379" y="943103"/>
                    <a:pt x="100584" y="926847"/>
                  </a:cubicBezTo>
                  <a:cubicBezTo>
                    <a:pt x="89789" y="910591"/>
                    <a:pt x="79756" y="893954"/>
                    <a:pt x="70485" y="876682"/>
                  </a:cubicBezTo>
                  <a:cubicBezTo>
                    <a:pt x="61214" y="859410"/>
                    <a:pt x="52959" y="841884"/>
                    <a:pt x="45466" y="823850"/>
                  </a:cubicBezTo>
                  <a:cubicBezTo>
                    <a:pt x="37973" y="805816"/>
                    <a:pt x="31496" y="787528"/>
                    <a:pt x="25781" y="768859"/>
                  </a:cubicBezTo>
                  <a:cubicBezTo>
                    <a:pt x="20066" y="750190"/>
                    <a:pt x="15367" y="731267"/>
                    <a:pt x="11557" y="712090"/>
                  </a:cubicBezTo>
                  <a:cubicBezTo>
                    <a:pt x="7747" y="692913"/>
                    <a:pt x="4953" y="673736"/>
                    <a:pt x="2921" y="654305"/>
                  </a:cubicBezTo>
                  <a:cubicBezTo>
                    <a:pt x="889" y="634874"/>
                    <a:pt x="0" y="615443"/>
                    <a:pt x="0" y="595885"/>
                  </a:cubicBezTo>
                  <a:cubicBezTo>
                    <a:pt x="0" y="576327"/>
                    <a:pt x="1016" y="556896"/>
                    <a:pt x="2921" y="537465"/>
                  </a:cubicBezTo>
                  <a:cubicBezTo>
                    <a:pt x="4826" y="518034"/>
                    <a:pt x="7747" y="498730"/>
                    <a:pt x="11557" y="479680"/>
                  </a:cubicBezTo>
                  <a:cubicBezTo>
                    <a:pt x="15367" y="460630"/>
                    <a:pt x="20066" y="441580"/>
                    <a:pt x="25781" y="422911"/>
                  </a:cubicBezTo>
                  <a:cubicBezTo>
                    <a:pt x="31496" y="404241"/>
                    <a:pt x="37973" y="385953"/>
                    <a:pt x="45466" y="367919"/>
                  </a:cubicBezTo>
                  <a:cubicBezTo>
                    <a:pt x="52959" y="349885"/>
                    <a:pt x="61214" y="332232"/>
                    <a:pt x="70485" y="315087"/>
                  </a:cubicBezTo>
                  <a:cubicBezTo>
                    <a:pt x="79756" y="297942"/>
                    <a:pt x="89662" y="281178"/>
                    <a:pt x="100584" y="264922"/>
                  </a:cubicBezTo>
                  <a:cubicBezTo>
                    <a:pt x="111506" y="248666"/>
                    <a:pt x="123063" y="233045"/>
                    <a:pt x="135382" y="217932"/>
                  </a:cubicBezTo>
                  <a:cubicBezTo>
                    <a:pt x="147701" y="202819"/>
                    <a:pt x="160909" y="188468"/>
                    <a:pt x="174625" y="174625"/>
                  </a:cubicBezTo>
                  <a:cubicBezTo>
                    <a:pt x="188341" y="160782"/>
                    <a:pt x="202819" y="147701"/>
                    <a:pt x="217932" y="135382"/>
                  </a:cubicBezTo>
                  <a:cubicBezTo>
                    <a:pt x="233045" y="123063"/>
                    <a:pt x="248666" y="111379"/>
                    <a:pt x="264922" y="100584"/>
                  </a:cubicBezTo>
                  <a:cubicBezTo>
                    <a:pt x="281178" y="89789"/>
                    <a:pt x="297815" y="79756"/>
                    <a:pt x="315087" y="70485"/>
                  </a:cubicBezTo>
                  <a:cubicBezTo>
                    <a:pt x="332359" y="61214"/>
                    <a:pt x="349885" y="52959"/>
                    <a:pt x="367919" y="45466"/>
                  </a:cubicBezTo>
                  <a:cubicBezTo>
                    <a:pt x="385953" y="37973"/>
                    <a:pt x="404242" y="31496"/>
                    <a:pt x="422910" y="25781"/>
                  </a:cubicBezTo>
                  <a:cubicBezTo>
                    <a:pt x="441580" y="20066"/>
                    <a:pt x="460503" y="15367"/>
                    <a:pt x="479680" y="11557"/>
                  </a:cubicBezTo>
                  <a:cubicBezTo>
                    <a:pt x="498857" y="7747"/>
                    <a:pt x="518034" y="4953"/>
                    <a:pt x="537465" y="2921"/>
                  </a:cubicBezTo>
                  <a:cubicBezTo>
                    <a:pt x="556896" y="889"/>
                    <a:pt x="576327" y="0"/>
                    <a:pt x="595885" y="0"/>
                  </a:cubicBezTo>
                  <a:cubicBezTo>
                    <a:pt x="615443" y="0"/>
                    <a:pt x="634874" y="1016"/>
                    <a:pt x="654305" y="2921"/>
                  </a:cubicBezTo>
                  <a:cubicBezTo>
                    <a:pt x="673736" y="4826"/>
                    <a:pt x="693040" y="7747"/>
                    <a:pt x="712090" y="11557"/>
                  </a:cubicBezTo>
                  <a:cubicBezTo>
                    <a:pt x="731140" y="15367"/>
                    <a:pt x="750190" y="20066"/>
                    <a:pt x="768859" y="25781"/>
                  </a:cubicBezTo>
                  <a:cubicBezTo>
                    <a:pt x="787528" y="31496"/>
                    <a:pt x="805816" y="37973"/>
                    <a:pt x="823850" y="45466"/>
                  </a:cubicBezTo>
                  <a:cubicBezTo>
                    <a:pt x="841884" y="52959"/>
                    <a:pt x="859537" y="61214"/>
                    <a:pt x="876682" y="70485"/>
                  </a:cubicBezTo>
                  <a:cubicBezTo>
                    <a:pt x="893827" y="79756"/>
                    <a:pt x="910591" y="89662"/>
                    <a:pt x="926847" y="100584"/>
                  </a:cubicBezTo>
                  <a:cubicBezTo>
                    <a:pt x="943103" y="111506"/>
                    <a:pt x="958724" y="123063"/>
                    <a:pt x="973837" y="135382"/>
                  </a:cubicBezTo>
                  <a:cubicBezTo>
                    <a:pt x="988950" y="147701"/>
                    <a:pt x="1003301" y="160909"/>
                    <a:pt x="1017144" y="174625"/>
                  </a:cubicBezTo>
                  <a:cubicBezTo>
                    <a:pt x="1030987" y="188341"/>
                    <a:pt x="1044068" y="202819"/>
                    <a:pt x="1056387" y="217932"/>
                  </a:cubicBezTo>
                  <a:cubicBezTo>
                    <a:pt x="1068706" y="233045"/>
                    <a:pt x="1080390" y="248666"/>
                    <a:pt x="1091185" y="264922"/>
                  </a:cubicBezTo>
                  <a:cubicBezTo>
                    <a:pt x="1101980" y="281178"/>
                    <a:pt x="1112013" y="297815"/>
                    <a:pt x="1121284" y="315087"/>
                  </a:cubicBezTo>
                  <a:cubicBezTo>
                    <a:pt x="1130555" y="332359"/>
                    <a:pt x="1138810" y="349885"/>
                    <a:pt x="1146303" y="367919"/>
                  </a:cubicBezTo>
                  <a:cubicBezTo>
                    <a:pt x="1153796" y="385953"/>
                    <a:pt x="1160273" y="404241"/>
                    <a:pt x="1165988" y="422911"/>
                  </a:cubicBezTo>
                  <a:cubicBezTo>
                    <a:pt x="1171703" y="441580"/>
                    <a:pt x="1176402" y="460503"/>
                    <a:pt x="1180212" y="479680"/>
                  </a:cubicBezTo>
                  <a:cubicBezTo>
                    <a:pt x="1184022" y="498857"/>
                    <a:pt x="1186816" y="518034"/>
                    <a:pt x="1188848" y="537465"/>
                  </a:cubicBezTo>
                  <a:cubicBezTo>
                    <a:pt x="1190880" y="556896"/>
                    <a:pt x="1191769" y="576327"/>
                    <a:pt x="1191769" y="595885"/>
                  </a:cubicBezTo>
                  <a:close/>
                </a:path>
              </a:pathLst>
            </a:custGeom>
            <a:solidFill>
              <a:srgbClr val="E2DAC4"/>
            </a:solidFill>
          </p:spPr>
        </p:sp>
        <p:sp>
          <p:nvSpPr>
            <p:cNvPr name="Freeform 25" id="25"/>
            <p:cNvSpPr/>
            <p:nvPr/>
          </p:nvSpPr>
          <p:spPr>
            <a:xfrm flipH="false" flipV="false" rot="0">
              <a:off x="66548" y="69977"/>
              <a:ext cx="1216026" cy="1212724"/>
            </a:xfrm>
            <a:custGeom>
              <a:avLst/>
              <a:gdLst/>
              <a:ahLst/>
              <a:cxnLst/>
              <a:rect r="r" b="b" t="t" l="l"/>
              <a:pathLst>
                <a:path h="1212724" w="1216026">
                  <a:moveTo>
                    <a:pt x="607950" y="24638"/>
                  </a:moveTo>
                  <a:cubicBezTo>
                    <a:pt x="929641" y="24638"/>
                    <a:pt x="1191388" y="286385"/>
                    <a:pt x="1191388" y="608077"/>
                  </a:cubicBezTo>
                  <a:cubicBezTo>
                    <a:pt x="1191388" y="929768"/>
                    <a:pt x="929641" y="1191515"/>
                    <a:pt x="607950" y="1191515"/>
                  </a:cubicBezTo>
                  <a:cubicBezTo>
                    <a:pt x="286258" y="1191515"/>
                    <a:pt x="24638" y="929895"/>
                    <a:pt x="24638" y="608077"/>
                  </a:cubicBezTo>
                  <a:cubicBezTo>
                    <a:pt x="24638" y="286258"/>
                    <a:pt x="286385" y="24638"/>
                    <a:pt x="607950" y="24638"/>
                  </a:cubicBezTo>
                  <a:close/>
                  <a:moveTo>
                    <a:pt x="607950" y="0"/>
                  </a:moveTo>
                  <a:cubicBezTo>
                    <a:pt x="272669" y="0"/>
                    <a:pt x="0" y="272923"/>
                    <a:pt x="0" y="608077"/>
                  </a:cubicBezTo>
                  <a:cubicBezTo>
                    <a:pt x="0" y="921513"/>
                    <a:pt x="238379" y="1180339"/>
                    <a:pt x="543434" y="1212724"/>
                  </a:cubicBezTo>
                  <a:lnTo>
                    <a:pt x="672593" y="1212724"/>
                  </a:lnTo>
                  <a:cubicBezTo>
                    <a:pt x="977647" y="1180339"/>
                    <a:pt x="1216026" y="921640"/>
                    <a:pt x="1216026" y="608077"/>
                  </a:cubicBezTo>
                  <a:cubicBezTo>
                    <a:pt x="1216026" y="272796"/>
                    <a:pt x="943357" y="0"/>
                    <a:pt x="607950" y="0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6" id="26"/>
            <p:cNvSpPr/>
            <p:nvPr/>
          </p:nvSpPr>
          <p:spPr>
            <a:xfrm flipH="false" flipV="false" rot="0">
              <a:off x="1293496" y="75692"/>
              <a:ext cx="1191769" cy="1191769"/>
            </a:xfrm>
            <a:custGeom>
              <a:avLst/>
              <a:gdLst/>
              <a:ahLst/>
              <a:cxnLst/>
              <a:rect r="r" b="b" t="t" l="l"/>
              <a:pathLst>
                <a:path h="1191769" w="1191769">
                  <a:moveTo>
                    <a:pt x="1191770" y="595885"/>
                  </a:moveTo>
                  <a:cubicBezTo>
                    <a:pt x="1191770" y="615443"/>
                    <a:pt x="1190754" y="634874"/>
                    <a:pt x="1188849" y="654305"/>
                  </a:cubicBezTo>
                  <a:cubicBezTo>
                    <a:pt x="1186944" y="673736"/>
                    <a:pt x="1184023" y="693040"/>
                    <a:pt x="1180213" y="712090"/>
                  </a:cubicBezTo>
                  <a:cubicBezTo>
                    <a:pt x="1176403" y="731140"/>
                    <a:pt x="1171704" y="750190"/>
                    <a:pt x="1165989" y="768859"/>
                  </a:cubicBezTo>
                  <a:cubicBezTo>
                    <a:pt x="1160274" y="787528"/>
                    <a:pt x="1153797" y="805816"/>
                    <a:pt x="1146304" y="823850"/>
                  </a:cubicBezTo>
                  <a:cubicBezTo>
                    <a:pt x="1138811" y="841884"/>
                    <a:pt x="1130556" y="859537"/>
                    <a:pt x="1121285" y="876682"/>
                  </a:cubicBezTo>
                  <a:cubicBezTo>
                    <a:pt x="1112014" y="893827"/>
                    <a:pt x="1102108" y="910591"/>
                    <a:pt x="1091186" y="926847"/>
                  </a:cubicBezTo>
                  <a:cubicBezTo>
                    <a:pt x="1080264" y="943103"/>
                    <a:pt x="1068707" y="958724"/>
                    <a:pt x="1056388" y="973837"/>
                  </a:cubicBezTo>
                  <a:cubicBezTo>
                    <a:pt x="1044068" y="988950"/>
                    <a:pt x="1030861" y="1003301"/>
                    <a:pt x="1017145" y="1017144"/>
                  </a:cubicBezTo>
                  <a:cubicBezTo>
                    <a:pt x="1003429" y="1030987"/>
                    <a:pt x="988951" y="1044068"/>
                    <a:pt x="973838" y="1056387"/>
                  </a:cubicBezTo>
                  <a:cubicBezTo>
                    <a:pt x="958724" y="1068706"/>
                    <a:pt x="943103" y="1080390"/>
                    <a:pt x="926847" y="1091185"/>
                  </a:cubicBezTo>
                  <a:cubicBezTo>
                    <a:pt x="910591" y="1101980"/>
                    <a:pt x="893954" y="1112013"/>
                    <a:pt x="876682" y="1121284"/>
                  </a:cubicBezTo>
                  <a:cubicBezTo>
                    <a:pt x="859410" y="1130555"/>
                    <a:pt x="841884" y="1138810"/>
                    <a:pt x="823850" y="1146303"/>
                  </a:cubicBezTo>
                  <a:cubicBezTo>
                    <a:pt x="805816" y="1153796"/>
                    <a:pt x="787528" y="1160273"/>
                    <a:pt x="768859" y="1165988"/>
                  </a:cubicBezTo>
                  <a:cubicBezTo>
                    <a:pt x="750190" y="1171703"/>
                    <a:pt x="731267" y="1176402"/>
                    <a:pt x="712090" y="1180212"/>
                  </a:cubicBezTo>
                  <a:cubicBezTo>
                    <a:pt x="692913" y="1184022"/>
                    <a:pt x="673736" y="1186816"/>
                    <a:pt x="654305" y="1188848"/>
                  </a:cubicBezTo>
                  <a:cubicBezTo>
                    <a:pt x="634874" y="1190880"/>
                    <a:pt x="615443" y="1191769"/>
                    <a:pt x="595885" y="1191769"/>
                  </a:cubicBezTo>
                  <a:cubicBezTo>
                    <a:pt x="576327" y="1191769"/>
                    <a:pt x="556896" y="1190753"/>
                    <a:pt x="537465" y="1188848"/>
                  </a:cubicBezTo>
                  <a:cubicBezTo>
                    <a:pt x="518034" y="1186943"/>
                    <a:pt x="498730" y="1184022"/>
                    <a:pt x="479680" y="1180212"/>
                  </a:cubicBezTo>
                  <a:cubicBezTo>
                    <a:pt x="460630" y="1176402"/>
                    <a:pt x="441580" y="1171703"/>
                    <a:pt x="422911" y="1165988"/>
                  </a:cubicBezTo>
                  <a:cubicBezTo>
                    <a:pt x="404242" y="1160273"/>
                    <a:pt x="385954" y="1153796"/>
                    <a:pt x="367920" y="1146303"/>
                  </a:cubicBezTo>
                  <a:cubicBezTo>
                    <a:pt x="349886" y="1138810"/>
                    <a:pt x="332233" y="1130555"/>
                    <a:pt x="315088" y="1121284"/>
                  </a:cubicBezTo>
                  <a:cubicBezTo>
                    <a:pt x="297943" y="1112013"/>
                    <a:pt x="281179" y="1102107"/>
                    <a:pt x="264923" y="1091185"/>
                  </a:cubicBezTo>
                  <a:cubicBezTo>
                    <a:pt x="248667" y="1080263"/>
                    <a:pt x="233046" y="1068706"/>
                    <a:pt x="217933" y="1056387"/>
                  </a:cubicBezTo>
                  <a:cubicBezTo>
                    <a:pt x="202820" y="1044068"/>
                    <a:pt x="188469" y="1030860"/>
                    <a:pt x="174626" y="1017144"/>
                  </a:cubicBezTo>
                  <a:cubicBezTo>
                    <a:pt x="160783" y="1003428"/>
                    <a:pt x="147702" y="988950"/>
                    <a:pt x="135383" y="973837"/>
                  </a:cubicBezTo>
                  <a:cubicBezTo>
                    <a:pt x="123064" y="958724"/>
                    <a:pt x="111380" y="943103"/>
                    <a:pt x="100585" y="926847"/>
                  </a:cubicBezTo>
                  <a:cubicBezTo>
                    <a:pt x="89790" y="910591"/>
                    <a:pt x="79757" y="893954"/>
                    <a:pt x="70485" y="876682"/>
                  </a:cubicBezTo>
                  <a:cubicBezTo>
                    <a:pt x="61215" y="859410"/>
                    <a:pt x="52960" y="841884"/>
                    <a:pt x="45466" y="823850"/>
                  </a:cubicBezTo>
                  <a:cubicBezTo>
                    <a:pt x="37974" y="805816"/>
                    <a:pt x="31496" y="787528"/>
                    <a:pt x="25782" y="768859"/>
                  </a:cubicBezTo>
                  <a:cubicBezTo>
                    <a:pt x="20066" y="750190"/>
                    <a:pt x="15368" y="731267"/>
                    <a:pt x="11557" y="712090"/>
                  </a:cubicBezTo>
                  <a:cubicBezTo>
                    <a:pt x="7748" y="692913"/>
                    <a:pt x="4953" y="673736"/>
                    <a:pt x="2921" y="654305"/>
                  </a:cubicBezTo>
                  <a:cubicBezTo>
                    <a:pt x="889" y="634874"/>
                    <a:pt x="0" y="615443"/>
                    <a:pt x="0" y="595885"/>
                  </a:cubicBezTo>
                  <a:cubicBezTo>
                    <a:pt x="0" y="576327"/>
                    <a:pt x="1016" y="556896"/>
                    <a:pt x="2921" y="537465"/>
                  </a:cubicBezTo>
                  <a:cubicBezTo>
                    <a:pt x="4826" y="518034"/>
                    <a:pt x="7748" y="498730"/>
                    <a:pt x="11557" y="479680"/>
                  </a:cubicBezTo>
                  <a:cubicBezTo>
                    <a:pt x="15368" y="460630"/>
                    <a:pt x="20066" y="441580"/>
                    <a:pt x="25782" y="422911"/>
                  </a:cubicBezTo>
                  <a:cubicBezTo>
                    <a:pt x="31496" y="404241"/>
                    <a:pt x="37974" y="385954"/>
                    <a:pt x="45466" y="367919"/>
                  </a:cubicBezTo>
                  <a:cubicBezTo>
                    <a:pt x="52960" y="349885"/>
                    <a:pt x="61215" y="332232"/>
                    <a:pt x="70485" y="315087"/>
                  </a:cubicBezTo>
                  <a:cubicBezTo>
                    <a:pt x="79757" y="297942"/>
                    <a:pt x="89663" y="281178"/>
                    <a:pt x="100585" y="264922"/>
                  </a:cubicBezTo>
                  <a:cubicBezTo>
                    <a:pt x="111507" y="248666"/>
                    <a:pt x="123064" y="233045"/>
                    <a:pt x="135383" y="217932"/>
                  </a:cubicBezTo>
                  <a:cubicBezTo>
                    <a:pt x="147702" y="202819"/>
                    <a:pt x="160910" y="188468"/>
                    <a:pt x="174626" y="174625"/>
                  </a:cubicBezTo>
                  <a:cubicBezTo>
                    <a:pt x="188342" y="160782"/>
                    <a:pt x="202820" y="147701"/>
                    <a:pt x="217933" y="135382"/>
                  </a:cubicBezTo>
                  <a:cubicBezTo>
                    <a:pt x="233046" y="123063"/>
                    <a:pt x="248667" y="111379"/>
                    <a:pt x="264923" y="100584"/>
                  </a:cubicBezTo>
                  <a:cubicBezTo>
                    <a:pt x="281179" y="89789"/>
                    <a:pt x="297816" y="79756"/>
                    <a:pt x="315088" y="70485"/>
                  </a:cubicBezTo>
                  <a:cubicBezTo>
                    <a:pt x="332360" y="61214"/>
                    <a:pt x="349886" y="52959"/>
                    <a:pt x="367920" y="45466"/>
                  </a:cubicBezTo>
                  <a:cubicBezTo>
                    <a:pt x="385954" y="37973"/>
                    <a:pt x="404242" y="31496"/>
                    <a:pt x="422911" y="25781"/>
                  </a:cubicBezTo>
                  <a:cubicBezTo>
                    <a:pt x="441580" y="20066"/>
                    <a:pt x="460503" y="15367"/>
                    <a:pt x="479680" y="11557"/>
                  </a:cubicBezTo>
                  <a:cubicBezTo>
                    <a:pt x="498857" y="7747"/>
                    <a:pt x="518034" y="4953"/>
                    <a:pt x="537465" y="2921"/>
                  </a:cubicBezTo>
                  <a:cubicBezTo>
                    <a:pt x="556896" y="889"/>
                    <a:pt x="576327" y="0"/>
                    <a:pt x="595885" y="0"/>
                  </a:cubicBezTo>
                  <a:cubicBezTo>
                    <a:pt x="615443" y="0"/>
                    <a:pt x="634874" y="1016"/>
                    <a:pt x="654305" y="2921"/>
                  </a:cubicBezTo>
                  <a:cubicBezTo>
                    <a:pt x="673736" y="4826"/>
                    <a:pt x="693040" y="7747"/>
                    <a:pt x="712090" y="11557"/>
                  </a:cubicBezTo>
                  <a:cubicBezTo>
                    <a:pt x="731140" y="15367"/>
                    <a:pt x="750190" y="20066"/>
                    <a:pt x="768859" y="25781"/>
                  </a:cubicBezTo>
                  <a:cubicBezTo>
                    <a:pt x="787528" y="31496"/>
                    <a:pt x="805816" y="37973"/>
                    <a:pt x="823850" y="45466"/>
                  </a:cubicBezTo>
                  <a:cubicBezTo>
                    <a:pt x="841884" y="52959"/>
                    <a:pt x="859537" y="61214"/>
                    <a:pt x="876682" y="70485"/>
                  </a:cubicBezTo>
                  <a:cubicBezTo>
                    <a:pt x="893827" y="79756"/>
                    <a:pt x="910591" y="89662"/>
                    <a:pt x="926847" y="100584"/>
                  </a:cubicBezTo>
                  <a:cubicBezTo>
                    <a:pt x="943103" y="111506"/>
                    <a:pt x="958724" y="123063"/>
                    <a:pt x="973838" y="135382"/>
                  </a:cubicBezTo>
                  <a:cubicBezTo>
                    <a:pt x="988951" y="147701"/>
                    <a:pt x="1003302" y="160909"/>
                    <a:pt x="1017145" y="174625"/>
                  </a:cubicBezTo>
                  <a:cubicBezTo>
                    <a:pt x="1030988" y="188341"/>
                    <a:pt x="1044068" y="202819"/>
                    <a:pt x="1056388" y="217932"/>
                  </a:cubicBezTo>
                  <a:cubicBezTo>
                    <a:pt x="1068707" y="233045"/>
                    <a:pt x="1080390" y="248666"/>
                    <a:pt x="1091186" y="264922"/>
                  </a:cubicBezTo>
                  <a:cubicBezTo>
                    <a:pt x="1101981" y="281178"/>
                    <a:pt x="1112014" y="297815"/>
                    <a:pt x="1121285" y="315087"/>
                  </a:cubicBezTo>
                  <a:cubicBezTo>
                    <a:pt x="1130556" y="332359"/>
                    <a:pt x="1138811" y="349885"/>
                    <a:pt x="1146304" y="367919"/>
                  </a:cubicBezTo>
                  <a:cubicBezTo>
                    <a:pt x="1153797" y="385954"/>
                    <a:pt x="1160274" y="404241"/>
                    <a:pt x="1165989" y="422911"/>
                  </a:cubicBezTo>
                  <a:cubicBezTo>
                    <a:pt x="1171704" y="441580"/>
                    <a:pt x="1176403" y="460503"/>
                    <a:pt x="1180213" y="479680"/>
                  </a:cubicBezTo>
                  <a:cubicBezTo>
                    <a:pt x="1184023" y="498857"/>
                    <a:pt x="1186817" y="518034"/>
                    <a:pt x="1188849" y="537465"/>
                  </a:cubicBezTo>
                  <a:cubicBezTo>
                    <a:pt x="1190881" y="556896"/>
                    <a:pt x="1191770" y="576327"/>
                    <a:pt x="1191770" y="595885"/>
                  </a:cubicBezTo>
                  <a:close/>
                </a:path>
              </a:pathLst>
            </a:custGeom>
            <a:solidFill>
              <a:srgbClr val="E6E6E6"/>
            </a:solidFill>
          </p:spPr>
        </p:sp>
        <p:sp>
          <p:nvSpPr>
            <p:cNvPr name="Freeform 27" id="27"/>
            <p:cNvSpPr/>
            <p:nvPr/>
          </p:nvSpPr>
          <p:spPr>
            <a:xfrm flipH="false" flipV="false" rot="0">
              <a:off x="1281431" y="63500"/>
              <a:ext cx="1216153" cy="1216153"/>
            </a:xfrm>
            <a:custGeom>
              <a:avLst/>
              <a:gdLst/>
              <a:ahLst/>
              <a:cxnLst/>
              <a:rect r="r" b="b" t="t" l="l"/>
              <a:pathLst>
                <a:path h="1216153" w="1216153">
                  <a:moveTo>
                    <a:pt x="608077" y="1216026"/>
                  </a:moveTo>
                  <a:cubicBezTo>
                    <a:pt x="272797" y="1216026"/>
                    <a:pt x="0" y="943357"/>
                    <a:pt x="0" y="607950"/>
                  </a:cubicBezTo>
                  <a:cubicBezTo>
                    <a:pt x="0" y="272542"/>
                    <a:pt x="272924" y="0"/>
                    <a:pt x="608077" y="0"/>
                  </a:cubicBezTo>
                  <a:cubicBezTo>
                    <a:pt x="943230" y="0"/>
                    <a:pt x="1216154" y="272669"/>
                    <a:pt x="1216154" y="608077"/>
                  </a:cubicBezTo>
                  <a:cubicBezTo>
                    <a:pt x="1216154" y="943484"/>
                    <a:pt x="943484" y="1216153"/>
                    <a:pt x="608077" y="1216153"/>
                  </a:cubicBezTo>
                  <a:close/>
                  <a:moveTo>
                    <a:pt x="608077" y="24765"/>
                  </a:moveTo>
                  <a:cubicBezTo>
                    <a:pt x="286386" y="24765"/>
                    <a:pt x="24639" y="286512"/>
                    <a:pt x="24639" y="608204"/>
                  </a:cubicBezTo>
                  <a:cubicBezTo>
                    <a:pt x="24639" y="929895"/>
                    <a:pt x="286386" y="1191642"/>
                    <a:pt x="608077" y="1191642"/>
                  </a:cubicBezTo>
                  <a:cubicBezTo>
                    <a:pt x="929768" y="1191642"/>
                    <a:pt x="1191516" y="929895"/>
                    <a:pt x="1191516" y="608204"/>
                  </a:cubicBezTo>
                  <a:cubicBezTo>
                    <a:pt x="1191516" y="286512"/>
                    <a:pt x="929895" y="24765"/>
                    <a:pt x="608077" y="24765"/>
                  </a:cubicBez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8" id="28"/>
            <p:cNvSpPr/>
            <p:nvPr/>
          </p:nvSpPr>
          <p:spPr>
            <a:xfrm flipH="false" flipV="false" rot="0">
              <a:off x="811912" y="646812"/>
              <a:ext cx="155321" cy="324612"/>
            </a:xfrm>
            <a:custGeom>
              <a:avLst/>
              <a:gdLst/>
              <a:ahLst/>
              <a:cxnLst/>
              <a:rect r="r" b="b" t="t" l="l"/>
              <a:pathLst>
                <a:path h="324612" w="155321">
                  <a:moveTo>
                    <a:pt x="0" y="0"/>
                  </a:moveTo>
                  <a:lnTo>
                    <a:pt x="155321" y="0"/>
                  </a:lnTo>
                  <a:lnTo>
                    <a:pt x="155321" y="324612"/>
                  </a:lnTo>
                  <a:lnTo>
                    <a:pt x="0" y="324612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29" id="29"/>
            <p:cNvSpPr/>
            <p:nvPr/>
          </p:nvSpPr>
          <p:spPr>
            <a:xfrm flipH="false" flipV="false" rot="0">
              <a:off x="381762" y="384683"/>
              <a:ext cx="324612" cy="155321"/>
            </a:xfrm>
            <a:custGeom>
              <a:avLst/>
              <a:gdLst/>
              <a:ahLst/>
              <a:cxnLst/>
              <a:rect r="r" b="b" t="t" l="l"/>
              <a:pathLst>
                <a:path h="155321" w="324612">
                  <a:moveTo>
                    <a:pt x="324613" y="0"/>
                  </a:moveTo>
                  <a:lnTo>
                    <a:pt x="324613" y="155322"/>
                  </a:lnTo>
                  <a:lnTo>
                    <a:pt x="0" y="15532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0" id="30"/>
            <p:cNvSpPr/>
            <p:nvPr/>
          </p:nvSpPr>
          <p:spPr>
            <a:xfrm flipH="false" flipV="false" rot="0">
              <a:off x="395224" y="540005"/>
              <a:ext cx="416687" cy="416560"/>
            </a:xfrm>
            <a:custGeom>
              <a:avLst/>
              <a:gdLst/>
              <a:ahLst/>
              <a:cxnLst/>
              <a:rect r="r" b="b" t="t" l="l"/>
              <a:pathLst>
                <a:path h="416560" w="416687">
                  <a:moveTo>
                    <a:pt x="306833" y="0"/>
                  </a:moveTo>
                  <a:lnTo>
                    <a:pt x="416688" y="109855"/>
                  </a:lnTo>
                  <a:lnTo>
                    <a:pt x="109856" y="416560"/>
                  </a:lnTo>
                  <a:lnTo>
                    <a:pt x="0" y="306705"/>
                  </a:lnTo>
                  <a:close/>
                </a:path>
              </a:pathLst>
            </a:custGeom>
            <a:solidFill>
              <a:srgbClr val="48423D"/>
            </a:solidFill>
          </p:spPr>
        </p:sp>
        <p:sp>
          <p:nvSpPr>
            <p:cNvPr name="Freeform 31" id="31"/>
            <p:cNvSpPr/>
            <p:nvPr/>
          </p:nvSpPr>
          <p:spPr>
            <a:xfrm flipH="false" flipV="false" rot="0">
              <a:off x="1603250" y="380619"/>
              <a:ext cx="572771" cy="581915"/>
            </a:xfrm>
            <a:custGeom>
              <a:avLst/>
              <a:gdLst/>
              <a:ahLst/>
              <a:cxnLst/>
              <a:rect r="r" b="b" t="t" l="l"/>
              <a:pathLst>
                <a:path h="581915" w="572771">
                  <a:moveTo>
                    <a:pt x="0" y="0"/>
                  </a:moveTo>
                  <a:lnTo>
                    <a:pt x="0" y="166879"/>
                  </a:lnTo>
                  <a:lnTo>
                    <a:pt x="299085" y="166879"/>
                  </a:lnTo>
                  <a:lnTo>
                    <a:pt x="0" y="465964"/>
                  </a:lnTo>
                  <a:lnTo>
                    <a:pt x="115951" y="581915"/>
                  </a:lnTo>
                  <a:lnTo>
                    <a:pt x="572770" y="125096"/>
                  </a:lnTo>
                  <a:lnTo>
                    <a:pt x="46609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  <p:sp>
          <p:nvSpPr>
            <p:cNvPr name="Freeform 32" id="32"/>
            <p:cNvSpPr/>
            <p:nvPr/>
          </p:nvSpPr>
          <p:spPr>
            <a:xfrm flipH="false" flipV="false" rot="0">
              <a:off x="2018286" y="663449"/>
              <a:ext cx="157734" cy="299085"/>
            </a:xfrm>
            <a:custGeom>
              <a:avLst/>
              <a:gdLst/>
              <a:ahLst/>
              <a:cxnLst/>
              <a:rect r="r" b="b" t="t" l="l"/>
              <a:pathLst>
                <a:path h="299085" w="157734">
                  <a:moveTo>
                    <a:pt x="0" y="0"/>
                  </a:moveTo>
                  <a:lnTo>
                    <a:pt x="0" y="299085"/>
                  </a:lnTo>
                  <a:lnTo>
                    <a:pt x="157734" y="299085"/>
                  </a:lnTo>
                  <a:lnTo>
                    <a:pt x="157734" y="12979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3A8A"/>
            </a:solidFill>
          </p:spPr>
        </p:sp>
        <p:sp>
          <p:nvSpPr>
            <p:cNvPr name="Freeform 33" id="33"/>
            <p:cNvSpPr/>
            <p:nvPr/>
          </p:nvSpPr>
          <p:spPr>
            <a:xfrm flipH="false" flipV="false" rot="0">
              <a:off x="63500" y="63500"/>
              <a:ext cx="2437768" cy="1223265"/>
            </a:xfrm>
            <a:custGeom>
              <a:avLst/>
              <a:gdLst/>
              <a:ahLst/>
              <a:cxnLst/>
              <a:rect r="r" b="b" t="t" l="l"/>
              <a:pathLst>
                <a:path h="1223265" w="2437768">
                  <a:moveTo>
                    <a:pt x="0" y="1223265"/>
                  </a:moveTo>
                  <a:lnTo>
                    <a:pt x="2437768" y="1223265"/>
                  </a:lnTo>
                  <a:lnTo>
                    <a:pt x="243776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name="TextBox 34" id="34"/>
          <p:cNvSpPr txBox="true"/>
          <p:nvPr/>
        </p:nvSpPr>
        <p:spPr>
          <a:xfrm rot="0">
            <a:off x="1028700" y="1010041"/>
            <a:ext cx="7758589" cy="867310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147"/>
              </a:lnSpc>
            </a:pPr>
            <a:r>
              <a:rPr lang="en-US" b="true" sz="2499">
                <a:solidFill>
                  <a:srgbClr val="F5E8C7"/>
                </a:solidFill>
                <a:latin typeface="Montserrat Medium"/>
                <a:ea typeface="Montserrat Medium"/>
                <a:cs typeface="Montserrat Medium"/>
                <a:sym typeface="Montserrat Medium"/>
              </a:rPr>
              <a:t>THYNK UNLIMITED</a:t>
            </a:r>
          </a:p>
          <a:p>
            <a:pPr algn="l">
              <a:lnSpc>
                <a:spcPts val="32088"/>
              </a:lnSpc>
            </a:pPr>
            <a:r>
              <a:rPr lang="en-US" sz="25487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THANK</a:t>
            </a:r>
          </a:p>
          <a:p>
            <a:pPr algn="l">
              <a:lnSpc>
                <a:spcPts val="32104"/>
              </a:lnSpc>
            </a:pPr>
            <a:r>
              <a:rPr lang="en-US" sz="25500">
                <a:solidFill>
                  <a:srgbClr val="F5E8C7"/>
                </a:solidFill>
                <a:latin typeface="Anton"/>
                <a:ea typeface="Anton"/>
                <a:cs typeface="Anton"/>
                <a:sym typeface="Anton"/>
              </a:rPr>
              <a:t>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DAHV8IcQMeY</dc:identifier>
  <dcterms:modified xsi:type="dcterms:W3CDTF">2011-08-01T06:04:30Z</dcterms:modified>
  <cp:revision>1</cp:revision>
  <dc:title>Blue and Beige Bold Creative Brief Presentation.pdf</dc:title>
</cp:coreProperties>
</file>